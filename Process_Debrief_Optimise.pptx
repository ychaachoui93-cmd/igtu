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eee7883bc74533" /><Relationship Type="http://schemas.openxmlformats.org/officeDocument/2006/relationships/extended-properties" Target="/docProps/app.xml" Id="Rb778c3d88f874038" /><Relationship Type="http://schemas.openxmlformats.org/officeDocument/2006/relationships/officeDocument" Target="/ppt/presentation.xml" Id="R57f19270d50744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ee18c56ced4908"/>
    <p:sldMasterId xmlns:r="http://schemas.openxmlformats.org/officeDocument/2006/relationships" id="2147483660" r:id="Rbbec198a605a4a55"/>
  </p:sldMasterIdLst>
  <p:notesMasterIdLst>
    <p:notesMasterId xmlns:r="http://schemas.openxmlformats.org/officeDocument/2006/relationships" r:id="R4667dd66f6254410"/>
  </p:notesMasterIdLst>
  <p:sldIdLst>
    <p:sldId xmlns:r="http://schemas.openxmlformats.org/officeDocument/2006/relationships" id="256" r:id="R75abb38487ce4ea7"/>
    <p:sldId xmlns:r="http://schemas.openxmlformats.org/officeDocument/2006/relationships" id="257" r:id="R08ab1e44dcfd4fd5"/>
    <p:sldId xmlns:r="http://schemas.openxmlformats.org/officeDocument/2006/relationships" id="258" r:id="R70a542866b0d4413"/>
    <p:sldId xmlns:r="http://schemas.openxmlformats.org/officeDocument/2006/relationships" id="259" r:id="R3be7bc17042a48e0"/>
    <p:sldId xmlns:r="http://schemas.openxmlformats.org/officeDocument/2006/relationships" id="260" r:id="R1836a41bc44a4a67"/>
    <p:sldId xmlns:r="http://schemas.openxmlformats.org/officeDocument/2006/relationships" id="261" r:id="Rb65eb5b036624a78"/>
    <p:sldId xmlns:r="http://schemas.openxmlformats.org/officeDocument/2006/relationships" id="262" r:id="Rd7e256dd7e9b408d"/>
    <p:sldId xmlns:r="http://schemas.openxmlformats.org/officeDocument/2006/relationships" id="263" r:id="Rf87249044f2b4c87"/>
    <p:sldId xmlns:r="http://schemas.openxmlformats.org/officeDocument/2006/relationships" id="264" r:id="R40458936004842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f4dfb5fcf9431b" /><Relationship Type="http://schemas.openxmlformats.org/officeDocument/2006/relationships/slideMaster" Target="/ppt/slideMasters/slideMaster1.xml" Id="R37ee18c56ced4908" /><Relationship Type="http://schemas.openxmlformats.org/officeDocument/2006/relationships/slideMaster" Target="/ppt/slideMasters/slideMaster2.xml" Id="Rbbec198a605a4a55" /><Relationship Type="http://schemas.openxmlformats.org/officeDocument/2006/relationships/notesMaster" Target="/ppt/notesMasters/notesMaster1.xml" Id="R4667dd66f6254410" /><Relationship Type="http://schemas.openxmlformats.org/officeDocument/2006/relationships/presProps" Target="/ppt/presProps.xml" Id="Rf47a2b1caf144f22" /><Relationship Type="http://schemas.openxmlformats.org/officeDocument/2006/relationships/viewProps" Target="/ppt/viewProps.xml" Id="Rb85d6de2e96d4334" /><Relationship Type="http://schemas.openxmlformats.org/officeDocument/2006/relationships/tableStyles" Target="/ppt/tableStyles.xml" Id="Rd6201a746890437c" /><Relationship Type="http://schemas.openxmlformats.org/officeDocument/2006/relationships/slide" Target="/ppt/slides/slide1.xml" Id="R75abb38487ce4ea7" /><Relationship Type="http://schemas.openxmlformats.org/officeDocument/2006/relationships/slide" Target="/ppt/slides/slide2.xml" Id="R08ab1e44dcfd4fd5" /><Relationship Type="http://schemas.openxmlformats.org/officeDocument/2006/relationships/slide" Target="/ppt/slides/slide3.xml" Id="R70a542866b0d4413" /><Relationship Type="http://schemas.openxmlformats.org/officeDocument/2006/relationships/slide" Target="/ppt/slides/slide4.xml" Id="R3be7bc17042a48e0" /><Relationship Type="http://schemas.openxmlformats.org/officeDocument/2006/relationships/slide" Target="/ppt/slides/slide5.xml" Id="R1836a41bc44a4a67" /><Relationship Type="http://schemas.openxmlformats.org/officeDocument/2006/relationships/slide" Target="/ppt/slides/slide6.xml" Id="Rb65eb5b036624a78" /><Relationship Type="http://schemas.openxmlformats.org/officeDocument/2006/relationships/slide" Target="/ppt/slides/slide7.xml" Id="Rd7e256dd7e9b408d" /><Relationship Type="http://schemas.openxmlformats.org/officeDocument/2006/relationships/slide" Target="/ppt/slides/slide8.xml" Id="Rf87249044f2b4c87" /><Relationship Type="http://schemas.openxmlformats.org/officeDocument/2006/relationships/slide" Target="/ppt/slides/slide9.xml" Id="R40458936004842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95e9ff3ce6dd4a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67f552293e41f4" /><Relationship Type="http://schemas.openxmlformats.org/officeDocument/2006/relationships/notesMaster" Target="/ppt/notesMasters/notesMaster1.xml" Id="R0097ab533ecc44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5e8b181cd3404f" /><Relationship Type="http://schemas.openxmlformats.org/officeDocument/2006/relationships/notesMaster" Target="/ppt/notesMasters/notesMaster1.xml" Id="R1d38d86491214f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ac04b5b2924e7c" /><Relationship Type="http://schemas.openxmlformats.org/officeDocument/2006/relationships/notesMaster" Target="/ppt/notesMasters/notesMaster1.xml" Id="Rfd978d61f9be4c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c438ce1f7144f1" /><Relationship Type="http://schemas.openxmlformats.org/officeDocument/2006/relationships/notesMaster" Target="/ppt/notesMasters/notesMaster1.xml" Id="R56ee9958b3aa49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45ba39bc63473f" /><Relationship Type="http://schemas.openxmlformats.org/officeDocument/2006/relationships/notesMaster" Target="/ppt/notesMasters/notesMaster1.xml" Id="R4cfa3fc0b4c64c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59d03b5ed44f32" /><Relationship Type="http://schemas.openxmlformats.org/officeDocument/2006/relationships/notesMaster" Target="/ppt/notesMasters/notesMaster1.xml" Id="Refe8baabb89e47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014782cc8f436f" /><Relationship Type="http://schemas.openxmlformats.org/officeDocument/2006/relationships/notesMaster" Target="/ppt/notesMasters/notesMaster1.xml" Id="R78f8b513d46740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e7a77931744f00" /><Relationship Type="http://schemas.openxmlformats.org/officeDocument/2006/relationships/notesMaster" Target="/ppt/notesMasters/notesMaster1.xml" Id="R91d4218ee793451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ca98f5bb9a4a1c" /><Relationship Type="http://schemas.openxmlformats.org/officeDocument/2006/relationships/notesMaster" Target="/ppt/notesMasters/notesMaster1.xml" Id="R7b93ba7cdbad4c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e22d3bfba04da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154d491d0f4f2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b90fd2e3d34fa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03be0def1a47d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4bdf9276d3456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f45ba36f874ef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5130746887403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a6a31823bb48c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b2afcbbae545d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c6501b54c0419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1483736c79436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97ec4b41fdc4f8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2b756637c10499b" /><Relationship Type="http://schemas.openxmlformats.org/officeDocument/2006/relationships/image" Target="/ppt/media/image.png" Id="Ra174107042be41a0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37d2d9a3f934388" /><Relationship Type="http://schemas.openxmlformats.org/officeDocument/2006/relationships/image" Target="/ppt/media/image2.png" Id="R451c26d1c08e45ea" /></Relationships>
</file>

<file path=ppt/slideLayouts/slideLayout1.xml><?xml version="1.0" encoding="utf-8"?>
<p:sldLayout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re 1">
            <a:extLst xmlns:a="http://schemas.openxmlformats.org/drawingml/2006/main">
              <a:ext uri="{FF2B5EF4-FFF2-40B4-BE49-F238E27FC236}">
                <a16:creationId xmlns:a16="http://schemas.microsoft.com/office/drawing/2014/main" id="{84E8DFAD-61B8-4112-9100-8BE68E5E9C7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Modifiez le style du titre</a:t>
            </a:r>
          </a:p>
        </p:txBody>
      </p:sp>
      <p:sp>
        <p:nvSpPr>
          <p:cNvPr id="3" name="Sous-titre 2">
            <a:extLst xmlns:a="http://schemas.openxmlformats.org/drawingml/2006/main">
              <a:ext uri="{FF2B5EF4-FFF2-40B4-BE49-F238E27FC236}">
                <a16:creationId xmlns:a16="http://schemas.microsoft.com/office/drawing/2014/main" id="{D96D7F17-273A-4A25-9CE5-E9182D5FB89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Modifiez le style des sous-titres du masque</a:t>
            </a:r>
          </a:p>
        </p:txBody>
      </p:sp>
      <p:sp>
        <p:nvSpPr>
          <p:cNvPr id="4" name="Espace réservé de la date 3">
            <a:extLst xmlns:a="http://schemas.openxmlformats.org/drawingml/2006/main">
              <a:ext uri="{FF2B5EF4-FFF2-40B4-BE49-F238E27FC236}">
                <a16:creationId xmlns:a16="http://schemas.microsoft.com/office/drawing/2014/main" id="{C0731412-08FF-4ECD-913D-EFB609BA9E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0D1414-9412-4262-86EC-F84159795351}" type="datetimeFigureOut">
              <a:t>17/08/2026</a:t>
            </a:fld>
            <a:endParaRPr/>
          </a:p>
        </p:txBody>
      </p:sp>
      <p:sp>
        <p:nvSpPr>
          <p:cNvPr id="5" name="Espace réservé du pied de page 4">
            <a:extLst xmlns:a="http://schemas.openxmlformats.org/drawingml/2006/main">
              <a:ext uri="{FF2B5EF4-FFF2-40B4-BE49-F238E27FC236}">
                <a16:creationId xmlns:a16="http://schemas.microsoft.com/office/drawing/2014/main" id="{2C982A27-E45D-48FF-A6C7-DA4B6D5555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space réservé du numéro de diapositive 5">
            <a:extLst xmlns:a="http://schemas.openxmlformats.org/drawingml/2006/main">
              <a:ext uri="{FF2B5EF4-FFF2-40B4-BE49-F238E27FC236}">
                <a16:creationId xmlns:a16="http://schemas.microsoft.com/office/drawing/2014/main" id="{56FBE5E0-15AC-408F-844E-CE22A57FE4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105B622-B1A1-4656-A09D-B41DAC812A37}" type="slidenum">
              <a:t>‹N°›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re 1">
            <a:extLst xmlns:a="http://schemas.openxmlformats.org/drawingml/2006/main">
              <a:ext uri="{FF2B5EF4-FFF2-40B4-BE49-F238E27FC236}">
                <a16:creationId xmlns:a16="http://schemas.microsoft.com/office/drawing/2014/main" id="{062B143C-3E36-4086-AECE-F76510BCF9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Modifiez le style du titre</a:t>
            </a:r>
          </a:p>
        </p:txBody>
      </p:sp>
      <p:sp>
        <p:nvSpPr>
          <p:cNvPr id="3" name="Espace réservé du contenu 2">
            <a:extLst xmlns:a="http://schemas.openxmlformats.org/drawingml/2006/main">
              <a:ext uri="{FF2B5EF4-FFF2-40B4-BE49-F238E27FC236}">
                <a16:creationId xmlns:a16="http://schemas.microsoft.com/office/drawing/2014/main" id="{EEDD7CE1-88A7-4E0E-B35B-70951F6F790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  <a:p xmlns:a="http://schemas.openxmlformats.org/drawingml/2006/main">
            <a:pPr lvl="1">
              <a:buNone/>
            </a:pPr>
            <a:r>
              <a:t>Deuxième niveau</a:t>
            </a:r>
          </a:p>
          <a:p xmlns:a="http://schemas.openxmlformats.org/drawingml/2006/main">
            <a:pPr lvl="2">
              <a:buNone/>
            </a:pPr>
            <a:r>
              <a:t>Troisième niveau</a:t>
            </a:r>
          </a:p>
          <a:p xmlns:a="http://schemas.openxmlformats.org/drawingml/2006/main">
            <a:pPr lvl="3">
              <a:buNone/>
            </a:pPr>
            <a:r>
              <a:t>Quatrième niveau</a:t>
            </a:r>
          </a:p>
          <a:p xmlns:a="http://schemas.openxmlformats.org/drawingml/2006/main">
            <a:pPr lvl="4">
              <a:buNone/>
            </a:pPr>
            <a:r>
              <a:t>Cinquième niveau</a:t>
            </a:r>
          </a:p>
        </p:txBody>
      </p:sp>
      <p:sp>
        <p:nvSpPr>
          <p:cNvPr id="4" name="Espace réservé de la date 3">
            <a:extLst xmlns:a="http://schemas.openxmlformats.org/drawingml/2006/main">
              <a:ext uri="{FF2B5EF4-FFF2-40B4-BE49-F238E27FC236}">
                <a16:creationId xmlns:a16="http://schemas.microsoft.com/office/drawing/2014/main" id="{701FA740-B80C-45F1-A278-E0096677EC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0D1414-9412-4262-86EC-F84159795351}" type="datetimeFigureOut">
              <a:t>17/08/2026</a:t>
            </a:fld>
            <a:endParaRPr/>
          </a:p>
        </p:txBody>
      </p:sp>
      <p:sp>
        <p:nvSpPr>
          <p:cNvPr id="5" name="Espace réservé du pied de page 4">
            <a:extLst xmlns:a="http://schemas.openxmlformats.org/drawingml/2006/main">
              <a:ext uri="{FF2B5EF4-FFF2-40B4-BE49-F238E27FC236}">
                <a16:creationId xmlns:a16="http://schemas.microsoft.com/office/drawing/2014/main" id="{8D6824C5-9D39-4FBE-B87F-C1B6AD9239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space réservé du numéro de diapositive 5">
            <a:extLst xmlns:a="http://schemas.openxmlformats.org/drawingml/2006/main">
              <a:ext uri="{FF2B5EF4-FFF2-40B4-BE49-F238E27FC236}">
                <a16:creationId xmlns:a16="http://schemas.microsoft.com/office/drawing/2014/main" id="{6D88F33D-D370-4A85-9AE5-8DDD084927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105B622-B1A1-4656-A09D-B41DAC812A37}" type="slidenum">
              <a:t>‹N°›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re 1">
            <a:extLst xmlns:a="http://schemas.openxmlformats.org/drawingml/2006/main">
              <a:ext uri="{FF2B5EF4-FFF2-40B4-BE49-F238E27FC236}">
                <a16:creationId xmlns:a16="http://schemas.microsoft.com/office/drawing/2014/main" id="{ABC599A0-CBDC-4034-B17B-75E0BB77F5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Modifiez le style du titre</a:t>
            </a:r>
          </a:p>
        </p:txBody>
      </p:sp>
      <p:sp>
        <p:nvSpPr>
          <p:cNvPr id="3" name="Espace réservé du texte 2">
            <a:extLst xmlns:a="http://schemas.openxmlformats.org/drawingml/2006/main">
              <a:ext uri="{FF2B5EF4-FFF2-40B4-BE49-F238E27FC236}">
                <a16:creationId xmlns:a16="http://schemas.microsoft.com/office/drawing/2014/main" id="{8BF065E6-8747-481B-B2E3-C2B70D2008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4" name="Espace réservé de la date 3">
            <a:extLst xmlns:a="http://schemas.openxmlformats.org/drawingml/2006/main">
              <a:ext uri="{FF2B5EF4-FFF2-40B4-BE49-F238E27FC236}">
                <a16:creationId xmlns:a16="http://schemas.microsoft.com/office/drawing/2014/main" id="{D1C3C2B0-F0E0-4CE8-9521-6581B60A9E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0D1414-9412-4262-86EC-F84159795351}" type="datetimeFigureOut">
              <a:t>17/08/2026</a:t>
            </a:fld>
            <a:endParaRPr/>
          </a:p>
        </p:txBody>
      </p:sp>
      <p:sp>
        <p:nvSpPr>
          <p:cNvPr id="5" name="Espace réservé du pied de page 4">
            <a:extLst xmlns:a="http://schemas.openxmlformats.org/drawingml/2006/main">
              <a:ext uri="{FF2B5EF4-FFF2-40B4-BE49-F238E27FC236}">
                <a16:creationId xmlns:a16="http://schemas.microsoft.com/office/drawing/2014/main" id="{B3E4969B-066E-49F1-962D-81124358D9D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space réservé du numéro de diapositive 5">
            <a:extLst xmlns:a="http://schemas.openxmlformats.org/drawingml/2006/main">
              <a:ext uri="{FF2B5EF4-FFF2-40B4-BE49-F238E27FC236}">
                <a16:creationId xmlns:a16="http://schemas.microsoft.com/office/drawing/2014/main" id="{C91A3084-1E06-4059-8DF0-5537434ADA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105B622-B1A1-4656-A09D-B41DAC812A37}" type="slidenum">
              <a:t>‹N°›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re 1">
            <a:extLst xmlns:a="http://schemas.openxmlformats.org/drawingml/2006/main">
              <a:ext uri="{FF2B5EF4-FFF2-40B4-BE49-F238E27FC236}">
                <a16:creationId xmlns:a16="http://schemas.microsoft.com/office/drawing/2014/main" id="{B377AC8A-CFD4-432A-96B1-2BA6AE49D4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Modifiez le style du titre</a:t>
            </a:r>
          </a:p>
        </p:txBody>
      </p:sp>
      <p:sp>
        <p:nvSpPr>
          <p:cNvPr id="3" name="Espace réservé du contenu 2">
            <a:extLst xmlns:a="http://schemas.openxmlformats.org/drawingml/2006/main">
              <a:ext uri="{FF2B5EF4-FFF2-40B4-BE49-F238E27FC236}">
                <a16:creationId xmlns:a16="http://schemas.microsoft.com/office/drawing/2014/main" id="{09ADB96C-B748-4A54-A588-5699D0DBBD3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  <a:p xmlns:a="http://schemas.openxmlformats.org/drawingml/2006/main">
            <a:pPr lvl="1">
              <a:buNone/>
            </a:pPr>
            <a:r>
              <a:t>Deuxième niveau</a:t>
            </a:r>
          </a:p>
          <a:p xmlns:a="http://schemas.openxmlformats.org/drawingml/2006/main">
            <a:pPr lvl="2">
              <a:buNone/>
            </a:pPr>
            <a:r>
              <a:t>Troisième niveau</a:t>
            </a:r>
          </a:p>
          <a:p xmlns:a="http://schemas.openxmlformats.org/drawingml/2006/main">
            <a:pPr lvl="3">
              <a:buNone/>
            </a:pPr>
            <a:r>
              <a:t>Quatrième niveau</a:t>
            </a:r>
          </a:p>
          <a:p xmlns:a="http://schemas.openxmlformats.org/drawingml/2006/main">
            <a:pPr lvl="4">
              <a:buNone/>
            </a:pPr>
            <a:r>
              <a:t>Cinquième niveau</a:t>
            </a:r>
          </a:p>
        </p:txBody>
      </p:sp>
      <p:sp>
        <p:nvSpPr>
          <p:cNvPr id="4" name="Espace réservé du contenu 3">
            <a:extLst xmlns:a="http://schemas.openxmlformats.org/drawingml/2006/main">
              <a:ext uri="{FF2B5EF4-FFF2-40B4-BE49-F238E27FC236}">
                <a16:creationId xmlns:a16="http://schemas.microsoft.com/office/drawing/2014/main" id="{0A09E25D-DFF9-4C60-A9FA-4512FB8FB70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  <a:p xmlns:a="http://schemas.openxmlformats.org/drawingml/2006/main">
            <a:pPr lvl="1">
              <a:buNone/>
            </a:pPr>
            <a:r>
              <a:t>Deuxième niveau</a:t>
            </a:r>
          </a:p>
          <a:p xmlns:a="http://schemas.openxmlformats.org/drawingml/2006/main">
            <a:pPr lvl="2">
              <a:buNone/>
            </a:pPr>
            <a:r>
              <a:t>Troisième niveau</a:t>
            </a:r>
          </a:p>
          <a:p xmlns:a="http://schemas.openxmlformats.org/drawingml/2006/main">
            <a:pPr lvl="3">
              <a:buNone/>
            </a:pPr>
            <a:r>
              <a:t>Quatrième niveau</a:t>
            </a:r>
          </a:p>
          <a:p xmlns:a="http://schemas.openxmlformats.org/drawingml/2006/main">
            <a:pPr lvl="4">
              <a:buNone/>
            </a:pPr>
            <a:r>
              <a:t>Cinquième niveau</a:t>
            </a:r>
          </a:p>
        </p:txBody>
      </p:sp>
      <p:sp>
        <p:nvSpPr>
          <p:cNvPr id="5" name="Espace réservé de la date 4">
            <a:extLst xmlns:a="http://schemas.openxmlformats.org/drawingml/2006/main">
              <a:ext uri="{FF2B5EF4-FFF2-40B4-BE49-F238E27FC236}">
                <a16:creationId xmlns:a16="http://schemas.microsoft.com/office/drawing/2014/main" id="{CE4BECE4-39E0-4F4C-B1A8-4ADA887641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0D1414-9412-4262-86EC-F84159795351}" type="datetimeFigureOut">
              <a:t>17/08/2026</a:t>
            </a:fld>
            <a:endParaRPr/>
          </a:p>
        </p:txBody>
      </p:sp>
      <p:sp>
        <p:nvSpPr>
          <p:cNvPr id="6" name="Espace réservé du pied de page 5">
            <a:extLst xmlns:a="http://schemas.openxmlformats.org/drawingml/2006/main">
              <a:ext uri="{FF2B5EF4-FFF2-40B4-BE49-F238E27FC236}">
                <a16:creationId xmlns:a16="http://schemas.microsoft.com/office/drawing/2014/main" id="{A0ADDEC2-B6DD-42E8-B8EE-7677CEB0055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Espace réservé du numéro de diapositive 6">
            <a:extLst xmlns:a="http://schemas.openxmlformats.org/drawingml/2006/main">
              <a:ext uri="{FF2B5EF4-FFF2-40B4-BE49-F238E27FC236}">
                <a16:creationId xmlns:a16="http://schemas.microsoft.com/office/drawing/2014/main" id="{D02BF8FB-D2B5-4E44-AC91-D2CCB74CAB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105B622-B1A1-4656-A09D-B41DAC812A37}" type="slidenum">
              <a:t>‹N°›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re 1">
            <a:extLst xmlns:a="http://schemas.openxmlformats.org/drawingml/2006/main">
              <a:ext uri="{FF2B5EF4-FFF2-40B4-BE49-F238E27FC236}">
                <a16:creationId xmlns:a16="http://schemas.microsoft.com/office/drawing/2014/main" id="{CE4C4146-672C-4877-BD1D-A6F47FDEE8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Modifiez le style du titre</a:t>
            </a:r>
          </a:p>
        </p:txBody>
      </p:sp>
      <p:sp>
        <p:nvSpPr>
          <p:cNvPr id="3" name="Espace réservé du texte 2">
            <a:extLst xmlns:a="http://schemas.openxmlformats.org/drawingml/2006/main">
              <a:ext uri="{FF2B5EF4-FFF2-40B4-BE49-F238E27FC236}">
                <a16:creationId xmlns:a16="http://schemas.microsoft.com/office/drawing/2014/main" id="{C41DF696-EB98-4AF5-98CE-96B57F44A7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4" name="Espace réservé du contenu 3">
            <a:extLst xmlns:a="http://schemas.openxmlformats.org/drawingml/2006/main">
              <a:ext uri="{FF2B5EF4-FFF2-40B4-BE49-F238E27FC236}">
                <a16:creationId xmlns:a16="http://schemas.microsoft.com/office/drawing/2014/main" id="{9E099DB3-4BCD-463B-ADD3-F293FECAA87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  <a:p xmlns:a="http://schemas.openxmlformats.org/drawingml/2006/main">
            <a:pPr lvl="1">
              <a:buNone/>
            </a:pPr>
            <a:r>
              <a:t>Deuxième niveau</a:t>
            </a:r>
          </a:p>
          <a:p xmlns:a="http://schemas.openxmlformats.org/drawingml/2006/main">
            <a:pPr lvl="2">
              <a:buNone/>
            </a:pPr>
            <a:r>
              <a:t>Troisième niveau</a:t>
            </a:r>
          </a:p>
          <a:p xmlns:a="http://schemas.openxmlformats.org/drawingml/2006/main">
            <a:pPr lvl="3">
              <a:buNone/>
            </a:pPr>
            <a:r>
              <a:t>Quatrième niveau</a:t>
            </a:r>
          </a:p>
          <a:p xmlns:a="http://schemas.openxmlformats.org/drawingml/2006/main">
            <a:pPr lvl="4">
              <a:buNone/>
            </a:pPr>
            <a:r>
              <a:t>Cinquième niveau</a:t>
            </a:r>
          </a:p>
        </p:txBody>
      </p:sp>
      <p:sp>
        <p:nvSpPr>
          <p:cNvPr id="5" name="Espace réservé du texte 4">
            <a:extLst xmlns:a="http://schemas.openxmlformats.org/drawingml/2006/main">
              <a:ext uri="{FF2B5EF4-FFF2-40B4-BE49-F238E27FC236}">
                <a16:creationId xmlns:a16="http://schemas.microsoft.com/office/drawing/2014/main" id="{90DF75DA-C18D-4512-995C-0F0831F4D27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6" name="Espace réservé du contenu 5">
            <a:extLst xmlns:a="http://schemas.openxmlformats.org/drawingml/2006/main">
              <a:ext uri="{FF2B5EF4-FFF2-40B4-BE49-F238E27FC236}">
                <a16:creationId xmlns:a16="http://schemas.microsoft.com/office/drawing/2014/main" id="{3D162DC9-A4BB-4316-8823-8D0C53BB5DC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  <a:p xmlns:a="http://schemas.openxmlformats.org/drawingml/2006/main">
            <a:pPr lvl="1">
              <a:buNone/>
            </a:pPr>
            <a:r>
              <a:t>Deuxième niveau</a:t>
            </a:r>
          </a:p>
          <a:p xmlns:a="http://schemas.openxmlformats.org/drawingml/2006/main">
            <a:pPr lvl="2">
              <a:buNone/>
            </a:pPr>
            <a:r>
              <a:t>Troisième niveau</a:t>
            </a:r>
          </a:p>
          <a:p xmlns:a="http://schemas.openxmlformats.org/drawingml/2006/main">
            <a:pPr lvl="3">
              <a:buNone/>
            </a:pPr>
            <a:r>
              <a:t>Quatrième niveau</a:t>
            </a:r>
          </a:p>
          <a:p xmlns:a="http://schemas.openxmlformats.org/drawingml/2006/main">
            <a:pPr lvl="4">
              <a:buNone/>
            </a:pPr>
            <a:r>
              <a:t>Cinquième niveau</a:t>
            </a:r>
          </a:p>
        </p:txBody>
      </p:sp>
      <p:sp>
        <p:nvSpPr>
          <p:cNvPr id="7" name="Espace réservé de la date 6">
            <a:extLst xmlns:a="http://schemas.openxmlformats.org/drawingml/2006/main">
              <a:ext uri="{FF2B5EF4-FFF2-40B4-BE49-F238E27FC236}">
                <a16:creationId xmlns:a16="http://schemas.microsoft.com/office/drawing/2014/main" id="{5558CF6A-E979-4CFB-BF20-4FB924FAD2C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0D1414-9412-4262-86EC-F84159795351}" type="datetimeFigureOut">
              <a:t>17/08/2026</a:t>
            </a:fld>
            <a:endParaRPr/>
          </a:p>
        </p:txBody>
      </p:sp>
      <p:sp>
        <p:nvSpPr>
          <p:cNvPr id="8" name="Espace réservé du pied de page 7">
            <a:extLst xmlns:a="http://schemas.openxmlformats.org/drawingml/2006/main">
              <a:ext uri="{FF2B5EF4-FFF2-40B4-BE49-F238E27FC236}">
                <a16:creationId xmlns:a16="http://schemas.microsoft.com/office/drawing/2014/main" id="{8D3DD1ED-1881-4F02-A3F1-0740F4C567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Espace réservé du numéro de diapositive 8">
            <a:extLst xmlns:a="http://schemas.openxmlformats.org/drawingml/2006/main">
              <a:ext uri="{FF2B5EF4-FFF2-40B4-BE49-F238E27FC236}">
                <a16:creationId xmlns:a16="http://schemas.microsoft.com/office/drawing/2014/main" id="{C789B135-4320-4997-8073-B502179F31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105B622-B1A1-4656-A09D-B41DAC812A37}" type="slidenum">
              <a:t>‹N°›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re 1">
            <a:extLst xmlns:a="http://schemas.openxmlformats.org/drawingml/2006/main">
              <a:ext uri="{FF2B5EF4-FFF2-40B4-BE49-F238E27FC236}">
                <a16:creationId xmlns:a16="http://schemas.microsoft.com/office/drawing/2014/main" id="{012E5CB1-EB9D-41E6-A344-0F5A778B6E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Modifiez le style du titre</a:t>
            </a:r>
          </a:p>
        </p:txBody>
      </p:sp>
      <p:sp>
        <p:nvSpPr>
          <p:cNvPr id="3" name="Espace réservé de la date 2">
            <a:extLst xmlns:a="http://schemas.openxmlformats.org/drawingml/2006/main">
              <a:ext uri="{FF2B5EF4-FFF2-40B4-BE49-F238E27FC236}">
                <a16:creationId xmlns:a16="http://schemas.microsoft.com/office/drawing/2014/main" id="{14CF6FC3-C58C-4739-AC43-3F8142FE68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0D1414-9412-4262-86EC-F84159795351}" type="datetimeFigureOut">
              <a:t>17/08/2026</a:t>
            </a:fld>
            <a:endParaRPr/>
          </a:p>
        </p:txBody>
      </p:sp>
      <p:sp>
        <p:nvSpPr>
          <p:cNvPr id="4" name="Espace réservé du pied de page 3">
            <a:extLst xmlns:a="http://schemas.openxmlformats.org/drawingml/2006/main">
              <a:ext uri="{FF2B5EF4-FFF2-40B4-BE49-F238E27FC236}">
                <a16:creationId xmlns:a16="http://schemas.microsoft.com/office/drawing/2014/main" id="{3EB8B205-CB6A-4F2F-9645-45766F698E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Espace réservé du numéro de diapositive 4">
            <a:extLst xmlns:a="http://schemas.openxmlformats.org/drawingml/2006/main">
              <a:ext uri="{FF2B5EF4-FFF2-40B4-BE49-F238E27FC236}">
                <a16:creationId xmlns:a16="http://schemas.microsoft.com/office/drawing/2014/main" id="{25A036CF-A89B-40B5-BF2F-FF57EA3107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105B622-B1A1-4656-A09D-B41DAC812A37}" type="slidenum">
              <a:t>‹N°›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e la date 1">
            <a:extLst xmlns:a="http://schemas.openxmlformats.org/drawingml/2006/main">
              <a:ext uri="{FF2B5EF4-FFF2-40B4-BE49-F238E27FC236}">
                <a16:creationId xmlns:a16="http://schemas.microsoft.com/office/drawing/2014/main" id="{797FD0A4-AD85-4CB2-8200-614005C981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0D1414-9412-4262-86EC-F84159795351}" type="datetimeFigureOut">
              <a:t>17/08/2026</a:t>
            </a:fld>
            <a:endParaRPr/>
          </a:p>
        </p:txBody>
      </p:sp>
      <p:sp>
        <p:nvSpPr>
          <p:cNvPr id="3" name="Espace réservé du pied de page 2">
            <a:extLst xmlns:a="http://schemas.openxmlformats.org/drawingml/2006/main">
              <a:ext uri="{FF2B5EF4-FFF2-40B4-BE49-F238E27FC236}">
                <a16:creationId xmlns:a16="http://schemas.microsoft.com/office/drawing/2014/main" id="{3E53B91D-A738-499D-B79E-38042E3453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Espace réservé du numéro de diapositive 3">
            <a:extLst xmlns:a="http://schemas.openxmlformats.org/drawingml/2006/main">
              <a:ext uri="{FF2B5EF4-FFF2-40B4-BE49-F238E27FC236}">
                <a16:creationId xmlns:a16="http://schemas.microsoft.com/office/drawing/2014/main" id="{0CE6CB1F-EAE2-4D64-AC7F-63FEFEE6F3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105B622-B1A1-4656-A09D-B41DAC812A37}" type="slidenum">
              <a:t>‹N°›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re 1">
            <a:extLst xmlns:a="http://schemas.openxmlformats.org/drawingml/2006/main">
              <a:ext uri="{FF2B5EF4-FFF2-40B4-BE49-F238E27FC236}">
                <a16:creationId xmlns:a16="http://schemas.microsoft.com/office/drawing/2014/main" id="{9573B634-64DC-4BDF-90B1-A3BD73E961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Modifiez le style du titre</a:t>
            </a:r>
          </a:p>
        </p:txBody>
      </p:sp>
      <p:sp>
        <p:nvSpPr>
          <p:cNvPr id="3" name="Espace réservé du contenu 2">
            <a:extLst xmlns:a="http://schemas.openxmlformats.org/drawingml/2006/main">
              <a:ext uri="{FF2B5EF4-FFF2-40B4-BE49-F238E27FC236}">
                <a16:creationId xmlns:a16="http://schemas.microsoft.com/office/drawing/2014/main" id="{0D238E1F-3C1E-4FAE-A504-4EE76C4935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  <a:p xmlns:a="http://schemas.openxmlformats.org/drawingml/2006/main">
            <a:pPr lvl="1">
              <a:buNone/>
            </a:pPr>
            <a:r>
              <a:t>Deuxième niveau</a:t>
            </a:r>
          </a:p>
          <a:p xmlns:a="http://schemas.openxmlformats.org/drawingml/2006/main">
            <a:pPr lvl="2">
              <a:buNone/>
            </a:pPr>
            <a:r>
              <a:t>Troisième niveau</a:t>
            </a:r>
          </a:p>
          <a:p xmlns:a="http://schemas.openxmlformats.org/drawingml/2006/main">
            <a:pPr lvl="3">
              <a:buNone/>
            </a:pPr>
            <a:r>
              <a:t>Quatrième niveau</a:t>
            </a:r>
          </a:p>
          <a:p xmlns:a="http://schemas.openxmlformats.org/drawingml/2006/main">
            <a:pPr lvl="4">
              <a:buNone/>
            </a:pPr>
            <a:r>
              <a:t>Cinquième niveau</a:t>
            </a:r>
          </a:p>
        </p:txBody>
      </p:sp>
      <p:sp>
        <p:nvSpPr>
          <p:cNvPr id="4" name="Espace réservé du texte 3">
            <a:extLst xmlns:a="http://schemas.openxmlformats.org/drawingml/2006/main">
              <a:ext uri="{FF2B5EF4-FFF2-40B4-BE49-F238E27FC236}">
                <a16:creationId xmlns:a16="http://schemas.microsoft.com/office/drawing/2014/main" id="{A3BF34C1-56C5-44E3-94EB-3F174135D03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5" name="Espace réservé de la date 4">
            <a:extLst xmlns:a="http://schemas.openxmlformats.org/drawingml/2006/main">
              <a:ext uri="{FF2B5EF4-FFF2-40B4-BE49-F238E27FC236}">
                <a16:creationId xmlns:a16="http://schemas.microsoft.com/office/drawing/2014/main" id="{51B2F35A-11FE-4169-8666-E6FEA617C3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0D1414-9412-4262-86EC-F84159795351}" type="datetimeFigureOut">
              <a:t>17/08/2026</a:t>
            </a:fld>
            <a:endParaRPr/>
          </a:p>
        </p:txBody>
      </p:sp>
      <p:sp>
        <p:nvSpPr>
          <p:cNvPr id="6" name="Espace réservé du pied de page 5">
            <a:extLst xmlns:a="http://schemas.openxmlformats.org/drawingml/2006/main">
              <a:ext uri="{FF2B5EF4-FFF2-40B4-BE49-F238E27FC236}">
                <a16:creationId xmlns:a16="http://schemas.microsoft.com/office/drawing/2014/main" id="{C0CFAEE0-A48E-449D-94C7-50A20CF021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Espace réservé du numéro de diapositive 6">
            <a:extLst xmlns:a="http://schemas.openxmlformats.org/drawingml/2006/main">
              <a:ext uri="{FF2B5EF4-FFF2-40B4-BE49-F238E27FC236}">
                <a16:creationId xmlns:a16="http://schemas.microsoft.com/office/drawing/2014/main" id="{AE9543DC-D024-4D1C-9CE0-63D5F719BD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105B622-B1A1-4656-A09D-B41DAC812A37}" type="slidenum">
              <a:t>‹N°›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re 1">
            <a:extLst xmlns:a="http://schemas.openxmlformats.org/drawingml/2006/main">
              <a:ext uri="{FF2B5EF4-FFF2-40B4-BE49-F238E27FC236}">
                <a16:creationId xmlns:a16="http://schemas.microsoft.com/office/drawing/2014/main" id="{C0D9BDA9-CFAA-452F-B153-A69FC50372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Modifiez le style du titre</a:t>
            </a:r>
          </a:p>
        </p:txBody>
      </p:sp>
      <p:sp>
        <p:nvSpPr>
          <p:cNvPr id="3" name="Espace réservé pour une image  2">
            <a:extLst xmlns:a="http://schemas.openxmlformats.org/drawingml/2006/main">
              <a:ext uri="{FF2B5EF4-FFF2-40B4-BE49-F238E27FC236}">
                <a16:creationId xmlns:a16="http://schemas.microsoft.com/office/drawing/2014/main" id="{A7AD2D69-42A1-4A47-AD7B-897545FEAE7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Espace réservé du texte 3">
            <a:extLst xmlns:a="http://schemas.openxmlformats.org/drawingml/2006/main">
              <a:ext uri="{FF2B5EF4-FFF2-40B4-BE49-F238E27FC236}">
                <a16:creationId xmlns:a16="http://schemas.microsoft.com/office/drawing/2014/main" id="{F4FAC8FE-FB27-436E-9666-423D71FBA21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5" name="Espace réservé de la date 4">
            <a:extLst xmlns:a="http://schemas.openxmlformats.org/drawingml/2006/main">
              <a:ext uri="{FF2B5EF4-FFF2-40B4-BE49-F238E27FC236}">
                <a16:creationId xmlns:a16="http://schemas.microsoft.com/office/drawing/2014/main" id="{55B2FBAB-D76D-43EE-8088-BF115F2A2A8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0D1414-9412-4262-86EC-F84159795351}" type="datetimeFigureOut">
              <a:t>17/08/2026</a:t>
            </a:fld>
            <a:endParaRPr/>
          </a:p>
        </p:txBody>
      </p:sp>
      <p:sp>
        <p:nvSpPr>
          <p:cNvPr id="6" name="Espace réservé du pied de page 5">
            <a:extLst xmlns:a="http://schemas.openxmlformats.org/drawingml/2006/main">
              <a:ext uri="{FF2B5EF4-FFF2-40B4-BE49-F238E27FC236}">
                <a16:creationId xmlns:a16="http://schemas.microsoft.com/office/drawing/2014/main" id="{78C03E28-1ECC-479B-B24C-64D07062C4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Espace réservé du numéro de diapositive 6">
            <a:extLst xmlns:a="http://schemas.openxmlformats.org/drawingml/2006/main">
              <a:ext uri="{FF2B5EF4-FFF2-40B4-BE49-F238E27FC236}">
                <a16:creationId xmlns:a16="http://schemas.microsoft.com/office/drawing/2014/main" id="{B2B579A5-EA29-4D65-8FED-41DD3EC215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105B622-B1A1-4656-A09D-B41DAC812A37}" type="slidenum">
              <a:t>‹N°›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re 1">
            <a:extLst xmlns:a="http://schemas.openxmlformats.org/drawingml/2006/main">
              <a:ext uri="{FF2B5EF4-FFF2-40B4-BE49-F238E27FC236}">
                <a16:creationId xmlns:a16="http://schemas.microsoft.com/office/drawing/2014/main" id="{8B952AE9-7F45-40DE-95B6-A5B4678775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Modifiez le style du titre</a:t>
            </a:r>
          </a:p>
        </p:txBody>
      </p:sp>
      <p:sp>
        <p:nvSpPr>
          <p:cNvPr id="3" name="Espace réservé du texte vertical 2">
            <a:extLst xmlns:a="http://schemas.openxmlformats.org/drawingml/2006/main">
              <a:ext uri="{FF2B5EF4-FFF2-40B4-BE49-F238E27FC236}">
                <a16:creationId xmlns:a16="http://schemas.microsoft.com/office/drawing/2014/main" id="{4E6CEA9D-7FFF-444B-9244-EA1BB1E814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  <a:p xmlns:a="http://schemas.openxmlformats.org/drawingml/2006/main">
            <a:pPr lvl="1">
              <a:buNone/>
            </a:pPr>
            <a:r>
              <a:t>Deuxième niveau</a:t>
            </a:r>
          </a:p>
          <a:p xmlns:a="http://schemas.openxmlformats.org/drawingml/2006/main">
            <a:pPr lvl="2">
              <a:buNone/>
            </a:pPr>
            <a:r>
              <a:t>Troisième niveau</a:t>
            </a:r>
          </a:p>
          <a:p xmlns:a="http://schemas.openxmlformats.org/drawingml/2006/main">
            <a:pPr lvl="3">
              <a:buNone/>
            </a:pPr>
            <a:r>
              <a:t>Quatrième niveau</a:t>
            </a:r>
          </a:p>
          <a:p xmlns:a="http://schemas.openxmlformats.org/drawingml/2006/main">
            <a:pPr lvl="4">
              <a:buNone/>
            </a:pPr>
            <a:r>
              <a:t>Cinquième niveau</a:t>
            </a:r>
          </a:p>
        </p:txBody>
      </p:sp>
      <p:sp>
        <p:nvSpPr>
          <p:cNvPr id="4" name="Espace réservé de la date 3">
            <a:extLst xmlns:a="http://schemas.openxmlformats.org/drawingml/2006/main">
              <a:ext uri="{FF2B5EF4-FFF2-40B4-BE49-F238E27FC236}">
                <a16:creationId xmlns:a16="http://schemas.microsoft.com/office/drawing/2014/main" id="{EBF2E915-EACF-4D9E-A8F6-DAD03E2D4D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0D1414-9412-4262-86EC-F84159795351}" type="datetimeFigureOut">
              <a:t>17/08/2026</a:t>
            </a:fld>
            <a:endParaRPr/>
          </a:p>
        </p:txBody>
      </p:sp>
      <p:sp>
        <p:nvSpPr>
          <p:cNvPr id="5" name="Espace réservé du pied de page 4">
            <a:extLst xmlns:a="http://schemas.openxmlformats.org/drawingml/2006/main">
              <a:ext uri="{FF2B5EF4-FFF2-40B4-BE49-F238E27FC236}">
                <a16:creationId xmlns:a16="http://schemas.microsoft.com/office/drawing/2014/main" id="{D5AD86EC-42DE-4E62-981C-04F355B3A0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space réservé du numéro de diapositive 5">
            <a:extLst xmlns:a="http://schemas.openxmlformats.org/drawingml/2006/main">
              <a:ext uri="{FF2B5EF4-FFF2-40B4-BE49-F238E27FC236}">
                <a16:creationId xmlns:a16="http://schemas.microsoft.com/office/drawing/2014/main" id="{88386557-22FD-482C-92F6-08AEB4265E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105B622-B1A1-4656-A09D-B41DAC812A37}" type="slidenum">
              <a:t>‹N°›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re vertical 1">
            <a:extLst xmlns:a="http://schemas.openxmlformats.org/drawingml/2006/main">
              <a:ext uri="{FF2B5EF4-FFF2-40B4-BE49-F238E27FC236}">
                <a16:creationId xmlns:a16="http://schemas.microsoft.com/office/drawing/2014/main" id="{568FFE1A-365D-4E0E-BA23-89377EDF17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Modifiez le style du titre</a:t>
            </a:r>
          </a:p>
        </p:txBody>
      </p:sp>
      <p:sp>
        <p:nvSpPr>
          <p:cNvPr id="3" name="Espace réservé du texte vertical 2">
            <a:extLst xmlns:a="http://schemas.openxmlformats.org/drawingml/2006/main">
              <a:ext uri="{FF2B5EF4-FFF2-40B4-BE49-F238E27FC236}">
                <a16:creationId xmlns:a16="http://schemas.microsoft.com/office/drawing/2014/main" id="{F3687883-5ED7-4C0E-BF0B-973B515919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  <a:p xmlns:a="http://schemas.openxmlformats.org/drawingml/2006/main">
            <a:pPr lvl="1">
              <a:buNone/>
            </a:pPr>
            <a:r>
              <a:t>Deuxième niveau</a:t>
            </a:r>
          </a:p>
          <a:p xmlns:a="http://schemas.openxmlformats.org/drawingml/2006/main">
            <a:pPr lvl="2">
              <a:buNone/>
            </a:pPr>
            <a:r>
              <a:t>Troisième niveau</a:t>
            </a:r>
          </a:p>
          <a:p xmlns:a="http://schemas.openxmlformats.org/drawingml/2006/main">
            <a:pPr lvl="3">
              <a:buNone/>
            </a:pPr>
            <a:r>
              <a:t>Quatrième niveau</a:t>
            </a:r>
          </a:p>
          <a:p xmlns:a="http://schemas.openxmlformats.org/drawingml/2006/main">
            <a:pPr lvl="4">
              <a:buNone/>
            </a:pPr>
            <a:r>
              <a:t>Cinquième niveau</a:t>
            </a:r>
          </a:p>
        </p:txBody>
      </p:sp>
      <p:sp>
        <p:nvSpPr>
          <p:cNvPr id="4" name="Espace réservé de la date 3">
            <a:extLst xmlns:a="http://schemas.openxmlformats.org/drawingml/2006/main">
              <a:ext uri="{FF2B5EF4-FFF2-40B4-BE49-F238E27FC236}">
                <a16:creationId xmlns:a16="http://schemas.microsoft.com/office/drawing/2014/main" id="{25417A62-5F0D-4C3A-A541-DC0DB1502CC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0D1414-9412-4262-86EC-F84159795351}" type="datetimeFigureOut">
              <a:t>17/08/2026</a:t>
            </a:fld>
            <a:endParaRPr/>
          </a:p>
        </p:txBody>
      </p:sp>
      <p:sp>
        <p:nvSpPr>
          <p:cNvPr id="5" name="Espace réservé du pied de page 4">
            <a:extLst xmlns:a="http://schemas.openxmlformats.org/drawingml/2006/main">
              <a:ext uri="{FF2B5EF4-FFF2-40B4-BE49-F238E27FC236}">
                <a16:creationId xmlns:a16="http://schemas.microsoft.com/office/drawing/2014/main" id="{0634EE70-916C-4FA7-9773-B7D0F2BED8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space réservé du numéro de diapositive 5">
            <a:extLst xmlns:a="http://schemas.openxmlformats.org/drawingml/2006/main">
              <a:ext uri="{FF2B5EF4-FFF2-40B4-BE49-F238E27FC236}">
                <a16:creationId xmlns:a16="http://schemas.microsoft.com/office/drawing/2014/main" id="{135E6B11-0199-4108-8005-C44ED30A19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105B622-B1A1-4656-A09D-B41DAC812A37}" type="slidenum">
              <a:t>‹N°›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showMasterSp="0" userDrawn="1">
  <p:cSld name="Titre et sous-titre copie 5">
    <p:bg>
      <p:bgPr>
        <a:solidFill xmlns:a="http://schemas.openxmlformats.org/drawingml/2006/main">
          <a:srgbClr val="003A8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Décision 2">
            <a:extLst xmlns:a="http://schemas.openxmlformats.org/drawingml/2006/main">
              <a:ext uri="{FF2B5EF4-FFF2-40B4-BE49-F238E27FC236}">
                <a16:creationId xmlns:a16="http://schemas.microsoft.com/office/drawing/2014/main" id="{564C6D4C-89AE-46CD-B9DE-91DB4AFD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382" y="0"/>
            <a:ext cx="3328907" cy="6869154"/>
          </a:xfrm>
          <a:custGeom xmlns:a="http://schemas.openxmlformats.org/drawingml/2006/main">
            <a:gdLst>
              <a:gd name="connsiteX0" fmla="*/ 0 w 10000"/>
              <a:gd name="connsiteY0" fmla="*/ 5000 h 10000"/>
              <a:gd name="connsiteX1" fmla="*/ 5000 w 10000"/>
              <a:gd name="connsiteY1" fmla="*/ 0 h 10000"/>
              <a:gd name="connsiteX2" fmla="*/ 10000 w 10000"/>
              <a:gd name="connsiteY2" fmla="*/ 5000 h 10000"/>
              <a:gd name="connsiteX3" fmla="*/ 5000 w 10000"/>
              <a:gd name="connsiteY3" fmla="*/ 10000 h 10000"/>
              <a:gd name="connsiteX4" fmla="*/ 0 w 10000"/>
              <a:gd name="connsiteY4" fmla="*/ 5000 h 10000"/>
              <a:gd name="connsiteX0" fmla="*/ 0 w 5000"/>
              <a:gd name="connsiteY0" fmla="*/ 10000 h 10000"/>
              <a:gd name="connsiteX1" fmla="*/ 0 w 5000"/>
              <a:gd name="connsiteY1" fmla="*/ 0 h 10000"/>
              <a:gd name="connsiteX2" fmla="*/ 5000 w 5000"/>
              <a:gd name="connsiteY2" fmla="*/ 5000 h 10000"/>
              <a:gd name="connsiteX3" fmla="*/ 0 w 5000"/>
              <a:gd name="connsiteY3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5280 w 10000"/>
              <a:gd name="connsiteY2" fmla="*/ 2676 h 10000"/>
              <a:gd name="connsiteX3" fmla="*/ 10000 w 10000"/>
              <a:gd name="connsiteY3" fmla="*/ 5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5280 w 10000"/>
              <a:gd name="connsiteY2" fmla="*/ 2676 h 10000"/>
              <a:gd name="connsiteX3" fmla="*/ 10000 w 10000"/>
              <a:gd name="connsiteY3" fmla="*/ 5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5280 w 10000"/>
              <a:gd name="connsiteY2" fmla="*/ 2676 h 10000"/>
              <a:gd name="connsiteX3" fmla="*/ 10000 w 10000"/>
              <a:gd name="connsiteY3" fmla="*/ 5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5280 w 10000"/>
              <a:gd name="connsiteY2" fmla="*/ 2676 h 10000"/>
              <a:gd name="connsiteX3" fmla="*/ 10000 w 10000"/>
              <a:gd name="connsiteY3" fmla="*/ 5000 h 10000"/>
              <a:gd name="connsiteX4" fmla="*/ 0 w 10000"/>
              <a:gd name="connsiteY4" fmla="*/ 10000 h 10000"/>
              <a:gd name="connsiteX0" fmla="*/ 0 w 10000"/>
              <a:gd name="connsiteY0" fmla="*/ 7324 h 7324"/>
              <a:gd name="connsiteX1" fmla="*/ 0 w 10000"/>
              <a:gd name="connsiteY1" fmla="*/ 591 h 7324"/>
              <a:gd name="connsiteX2" fmla="*/ 5280 w 10000"/>
              <a:gd name="connsiteY2" fmla="*/ 0 h 7324"/>
              <a:gd name="connsiteX3" fmla="*/ 10000 w 10000"/>
              <a:gd name="connsiteY3" fmla="*/ 2324 h 7324"/>
              <a:gd name="connsiteX4" fmla="*/ 0 w 10000"/>
              <a:gd name="connsiteY4" fmla="*/ 7324 h 7324"/>
              <a:gd name="connsiteX0" fmla="*/ 0 w 10000"/>
              <a:gd name="connsiteY0" fmla="*/ 9348 h 9348"/>
              <a:gd name="connsiteX1" fmla="*/ 0 w 10000"/>
              <a:gd name="connsiteY1" fmla="*/ 155 h 9348"/>
              <a:gd name="connsiteX2" fmla="*/ 6284 w 10000"/>
              <a:gd name="connsiteY2" fmla="*/ 0 h 9348"/>
              <a:gd name="connsiteX3" fmla="*/ 10000 w 10000"/>
              <a:gd name="connsiteY3" fmla="*/ 2521 h 9348"/>
              <a:gd name="connsiteX4" fmla="*/ 0 w 10000"/>
              <a:gd name="connsiteY4" fmla="*/ 9348 h 9348"/>
              <a:gd name="connsiteX0" fmla="*/ 0 w 10000"/>
              <a:gd name="connsiteY0" fmla="*/ 10029 h 10029"/>
              <a:gd name="connsiteX1" fmla="*/ 0 w 10000"/>
              <a:gd name="connsiteY1" fmla="*/ 0 h 10029"/>
              <a:gd name="connsiteX2" fmla="*/ 6284 w 10000"/>
              <a:gd name="connsiteY2" fmla="*/ 29 h 10029"/>
              <a:gd name="connsiteX3" fmla="*/ 10000 w 10000"/>
              <a:gd name="connsiteY3" fmla="*/ 2726 h 10029"/>
              <a:gd name="connsiteX4" fmla="*/ 0 w 10000"/>
              <a:gd name="connsiteY4" fmla="*/ 10029 h 10029"/>
              <a:gd name="connsiteX0" fmla="*/ 0 w 10000"/>
              <a:gd name="connsiteY0" fmla="*/ 10000 h 10000"/>
              <a:gd name="connsiteX1" fmla="*/ 0 w 10000"/>
              <a:gd name="connsiteY1" fmla="*/ 41 h 10000"/>
              <a:gd name="connsiteX2" fmla="*/ 6284 w 10000"/>
              <a:gd name="connsiteY2" fmla="*/ 0 h 10000"/>
              <a:gd name="connsiteX3" fmla="*/ 10000 w 10000"/>
              <a:gd name="connsiteY3" fmla="*/ 2697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 w 10000"/>
              <a:gd name="connsiteY1" fmla="*/ 6 h 10000"/>
              <a:gd name="connsiteX2" fmla="*/ 6284 w 10000"/>
              <a:gd name="connsiteY2" fmla="*/ 0 h 10000"/>
              <a:gd name="connsiteX3" fmla="*/ 10000 w 10000"/>
              <a:gd name="connsiteY3" fmla="*/ 2697 h 10000"/>
              <a:gd name="connsiteX4" fmla="*/ 0 w 10000"/>
              <a:gd name="connsiteY4" fmla="*/ 10000 h 10000"/>
              <a:gd name="connsiteX0" fmla="*/ 0 w 10000"/>
              <a:gd name="connsiteY0" fmla="*/ 9994 h 9994"/>
              <a:gd name="connsiteX1" fmla="*/ 20 w 10000"/>
              <a:gd name="connsiteY1" fmla="*/ 0 h 9994"/>
              <a:gd name="connsiteX2" fmla="*/ 6284 w 10000"/>
              <a:gd name="connsiteY2" fmla="*/ 0 h 9994"/>
              <a:gd name="connsiteX3" fmla="*/ 10000 w 10000"/>
              <a:gd name="connsiteY3" fmla="*/ 2691 h 9994"/>
              <a:gd name="connsiteX4" fmla="*/ 0 w 10000"/>
              <a:gd name="connsiteY4" fmla="*/ 9994 h 9994"/>
              <a:gd name="connsiteX0" fmla="*/ 0 w 10000"/>
              <a:gd name="connsiteY0" fmla="*/ 10003 h 10003"/>
              <a:gd name="connsiteX1" fmla="*/ 13 w 10000"/>
              <a:gd name="connsiteY1" fmla="*/ 0 h 10003"/>
              <a:gd name="connsiteX2" fmla="*/ 6284 w 10000"/>
              <a:gd name="connsiteY2" fmla="*/ 3 h 10003"/>
              <a:gd name="connsiteX3" fmla="*/ 10000 w 10000"/>
              <a:gd name="connsiteY3" fmla="*/ 2696 h 10003"/>
              <a:gd name="connsiteX4" fmla="*/ 0 w 10000"/>
              <a:gd name="connsiteY4" fmla="*/ 10003 h 10003"/>
              <a:gd name="connsiteX0" fmla="*/ 0 w 10000"/>
              <a:gd name="connsiteY0" fmla="*/ 10003 h 10003"/>
              <a:gd name="connsiteX1" fmla="*/ 13 w 10000"/>
              <a:gd name="connsiteY1" fmla="*/ 0 h 10003"/>
              <a:gd name="connsiteX2" fmla="*/ 6284 w 10000"/>
              <a:gd name="connsiteY2" fmla="*/ 0 h 10003"/>
              <a:gd name="connsiteX3" fmla="*/ 10000 w 10000"/>
              <a:gd name="connsiteY3" fmla="*/ 2696 h 10003"/>
              <a:gd name="connsiteX4" fmla="*/ 0 w 10000"/>
              <a:gd name="connsiteY4" fmla="*/ 10003 h 10003"/>
              <a:gd name="connsiteX0" fmla="*/ 0 w 9992"/>
              <a:gd name="connsiteY0" fmla="*/ 10003 h 10003"/>
              <a:gd name="connsiteX1" fmla="*/ 13 w 9992"/>
              <a:gd name="connsiteY1" fmla="*/ 0 h 10003"/>
              <a:gd name="connsiteX2" fmla="*/ 6284 w 9992"/>
              <a:gd name="connsiteY2" fmla="*/ 0 h 10003"/>
              <a:gd name="connsiteX3" fmla="*/ 9992 w 9992"/>
              <a:gd name="connsiteY3" fmla="*/ 2700 h 10003"/>
              <a:gd name="connsiteX4" fmla="*/ 0 w 9992"/>
              <a:gd name="connsiteY4" fmla="*/ 10003 h 10003"/>
            </a:gdLst>
            <a:rect l="l" t="t" r="r" b="b"/>
            <a:pathLst>
              <a:path w="9992" h="10003">
                <a:moveTo>
                  <a:pt x="0" y="10003"/>
                </a:moveTo>
                <a:cubicBezTo>
                  <a:pt x="7" y="6670"/>
                  <a:pt x="6" y="3333"/>
                  <a:pt x="13" y="0"/>
                </a:cubicBezTo>
                <a:lnTo>
                  <a:pt x="6284" y="0"/>
                </a:lnTo>
                <a:lnTo>
                  <a:pt x="9992" y="2700"/>
                </a:lnTo>
                <a:lnTo>
                  <a:pt x="0" y="10003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35719" tIns="35719" rIns="35719" bIns="35719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>
              <a:solidFill>
                <a:schemeClr val="bg1"/>
              </a:solidFill>
              <a:latin typeface="Swis721 BT Roman"/>
              <a:ea typeface="Swis721 BT Roman"/>
              <a:cs typeface="Swis721 BT Roman"/>
            </a:endParaRPr>
          </a:p>
        </p:txBody>
      </p:sp>
      <p:sp>
        <p:nvSpPr>
          <p:cNvPr id="15" name="Décision 2">
            <a:extLst xmlns:a="http://schemas.openxmlformats.org/drawingml/2006/main">
              <a:ext uri="{FF2B5EF4-FFF2-40B4-BE49-F238E27FC236}">
                <a16:creationId xmlns:a16="http://schemas.microsoft.com/office/drawing/2014/main" id="{4A0F6D92-6EE6-4122-B881-DA99660B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756747" y="2559242"/>
            <a:ext cx="1427356" cy="4288970"/>
          </a:xfrm>
          <a:custGeom xmlns:a="http://schemas.openxmlformats.org/drawingml/2006/main">
            <a:gdLst>
              <a:gd name="connsiteX0" fmla="*/ 0 w 10000"/>
              <a:gd name="connsiteY0" fmla="*/ 5000 h 10000"/>
              <a:gd name="connsiteX1" fmla="*/ 5000 w 10000"/>
              <a:gd name="connsiteY1" fmla="*/ 0 h 10000"/>
              <a:gd name="connsiteX2" fmla="*/ 10000 w 10000"/>
              <a:gd name="connsiteY2" fmla="*/ 5000 h 10000"/>
              <a:gd name="connsiteX3" fmla="*/ 5000 w 10000"/>
              <a:gd name="connsiteY3" fmla="*/ 10000 h 10000"/>
              <a:gd name="connsiteX4" fmla="*/ 0 w 10000"/>
              <a:gd name="connsiteY4" fmla="*/ 5000 h 10000"/>
              <a:gd name="connsiteX0" fmla="*/ 0 w 5000"/>
              <a:gd name="connsiteY0" fmla="*/ 10000 h 10000"/>
              <a:gd name="connsiteX1" fmla="*/ 0 w 5000"/>
              <a:gd name="connsiteY1" fmla="*/ 0 h 10000"/>
              <a:gd name="connsiteX2" fmla="*/ 5000 w 5000"/>
              <a:gd name="connsiteY2" fmla="*/ 5000 h 10000"/>
              <a:gd name="connsiteX3" fmla="*/ 0 w 5000"/>
              <a:gd name="connsiteY3" fmla="*/ 10000 h 10000"/>
            </a:gdLst>
            <a:rect l="l" t="t" r="r" b="b"/>
            <a:pathLst>
              <a:path w="5000" h="10000">
                <a:moveTo>
                  <a:pt x="0" y="10000"/>
                </a:moveTo>
                <a:lnTo>
                  <a:pt x="0" y="0"/>
                </a:lnTo>
                <a:lnTo>
                  <a:pt x="5000" y="5000"/>
                </a:lnTo>
                <a:lnTo>
                  <a:pt x="0" y="10000"/>
                </a:lnTo>
                <a:close/>
              </a:path>
            </a:pathLst>
          </a:custGeom>
          <a:solidFill xmlns:a="http://schemas.openxmlformats.org/drawingml/2006/main">
            <a:srgbClr val="E7473D"/>
          </a:solidFill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35719" tIns="35719" rIns="35719" bIns="35719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>
              <a:solidFill>
                <a:schemeClr val="bg1"/>
              </a:solidFill>
              <a:latin typeface="Swis721 BT Roman"/>
              <a:ea typeface="Swis721 BT Roman"/>
              <a:cs typeface="Swis721 BT Roman"/>
            </a:endParaRPr>
          </a:p>
        </p:txBody>
      </p:sp>
      <p:sp>
        <p:nvSpPr>
          <p:cNvPr id="36" name="Shape 36">
            <a:extLst xmlns:a="http://schemas.openxmlformats.org/drawingml/2006/main">
              <a:ext uri="{FF2B5EF4-FFF2-40B4-BE49-F238E27FC236}">
                <a16:creationId xmlns:a16="http://schemas.microsoft.com/office/drawing/2014/main" id="{70761991-FCE4-4451-A4D4-7DCAEE25A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25148" y="288713"/>
            <a:ext cx="8303812" cy="28741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4300" b="0">
                <a:solidFill>
                  <a:srgbClr val="FFFFFF"/>
                </a:solidFill>
              </a:defRPr>
            </a:lvl1pPr>
          </a:lstStyle>
          <a:p xmlns:a="http://schemas.openxmlformats.org/drawingml/2006/main">
            <a:r>
              <a:t>Modifiez le style du titre</a:t>
            </a:r>
            <a:endParaRPr/>
          </a:p>
        </p:txBody>
      </p:sp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F0E0A51-98CC-4A50-87D3-4BE013A0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>
  <p:cSld name="Photo - 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6" name="Shape 156">
            <a:extLst xmlns:a="http://schemas.openxmlformats.org/drawingml/2006/main">
              <a:ext uri="{FF2B5EF4-FFF2-40B4-BE49-F238E27FC236}">
                <a16:creationId xmlns:a16="http://schemas.microsoft.com/office/drawing/2014/main" id="{BF559968-9562-4A6E-8FF1-72B2BF1AF70E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6247804" y="3580805"/>
            <a:ext cx="3750469" cy="26521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39" tIns="45719" rIns="91439" bIns="45719">
            <a:noAutofit/>
          </a:bodyPr>
          <a:lstStyle xmlns:a="http://schemas.openxmlformats.org/drawingml/2006/main"/>
          <a:p xmlns:a="http://schemas.openxmlformats.org/drawingml/2006/main">
            <a:r>
              <a:t>Cliquez sur l'icône pour ajouter une image</a:t>
            </a:r>
            <a:endParaRPr/>
          </a:p>
        </p:txBody>
      </p:sp>
      <p:sp>
        <p:nvSpPr>
          <p:cNvPr id="157" name="Shape 157">
            <a:extLst xmlns:a="http://schemas.openxmlformats.org/drawingml/2006/main">
              <a:ext uri="{FF2B5EF4-FFF2-40B4-BE49-F238E27FC236}">
                <a16:creationId xmlns:a16="http://schemas.microsoft.com/office/drawing/2014/main" id="{7E9CE2A2-C1B2-4E7A-AF63-C6187F633D1F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6252177" y="625078"/>
            <a:ext cx="3750470" cy="26521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39" tIns="45719" rIns="91439" bIns="45719">
            <a:noAutofit/>
          </a:bodyPr>
          <a:lstStyle xmlns:a="http://schemas.openxmlformats.org/drawingml/2006/main"/>
          <a:p xmlns:a="http://schemas.openxmlformats.org/drawingml/2006/main">
            <a:r>
              <a:t>Cliquez sur l'icône pour ajouter une image</a:t>
            </a:r>
            <a:endParaRPr/>
          </a:p>
        </p:txBody>
      </p:sp>
      <p:sp>
        <p:nvSpPr>
          <p:cNvPr id="158" name="Shape 158">
            <a:extLst xmlns:a="http://schemas.openxmlformats.org/drawingml/2006/main">
              <a:ext uri="{FF2B5EF4-FFF2-40B4-BE49-F238E27FC236}">
                <a16:creationId xmlns:a16="http://schemas.microsoft.com/office/drawing/2014/main" id="{466B3FB1-C0A7-4A7A-B561-485B84D06681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2193727" y="625078"/>
            <a:ext cx="3750469" cy="5607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39" tIns="45719" rIns="91439" bIns="45719">
            <a:noAutofit/>
          </a:bodyPr>
          <a:lstStyle xmlns:a="http://schemas.openxmlformats.org/drawingml/2006/main"/>
          <a:p xmlns:a="http://schemas.openxmlformats.org/drawingml/2006/main">
            <a:r>
              <a:t>Cliquez sur l'icône pour ajouter une image</a:t>
            </a:r>
            <a:endParaRPr/>
          </a:p>
        </p:txBody>
      </p:sp>
      <p:sp>
        <p:nvSpPr>
          <p:cNvPr id="159" name="Shape 159">
            <a:extLst xmlns:a="http://schemas.openxmlformats.org/drawingml/2006/main">
              <a:ext uri="{FF2B5EF4-FFF2-40B4-BE49-F238E27FC236}">
                <a16:creationId xmlns:a16="http://schemas.microsoft.com/office/drawing/2014/main" id="{8AA5D996-C8B5-4945-A98E-71CDC264E689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216000" y="6559200"/>
            <a:ext cx="408765" cy="3289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/>
          <a:lstStyle xmlns:a="http://schemas.openxmlformats.org/drawingml/2006/main">
            <a:lvl1pPr algn="ctr">
              <a:buNone/>
              <a:defRPr>
                <a:solidFill>
                  <a:srgbClr val="000000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algn="l">
              <a:buNone/>
            </a:pPr>
            <a:fld id="{86CB4B4D-7CA3-9044-876B-883B54F8677D}" type="slidenum">
              <a:t>‹N°›</a:t>
            </a:fld>
            <a:endParaRPr/>
          </a:p>
        </p:txBody>
      </p:sp>
      <p:pic>
        <p:nvPicPr>
          <p:cNvPr id="165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74107042be41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6907" y="5843449"/>
            <a:ext cx="938975" cy="88021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4.xml><?xml version="1.0" encoding="utf-8"?>
<p:sldLayout xmlns:p="http://schemas.openxmlformats.org/presentationml/2006/main" type="blank">
  <p:cSld name="V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e la date 1">
            <a:extLst xmlns:a="http://schemas.openxmlformats.org/drawingml/2006/main">
              <a:ext uri="{FF2B5EF4-FFF2-40B4-BE49-F238E27FC236}">
                <a16:creationId xmlns:a16="http://schemas.microsoft.com/office/drawing/2014/main" id="{4CE60697-89F2-4B4C-9AF6-5FDE6A36478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FBA831B-1FFC-4494-94B4-4E775F577D7C}" type="datetimeFigureOut">
              <a:t>18/08/2026</a:t>
            </a:fld>
            <a:endParaRPr/>
          </a:p>
        </p:txBody>
      </p:sp>
      <p:sp>
        <p:nvSpPr>
          <p:cNvPr id="3" name="Espace réservé du pied de page 2">
            <a:extLst xmlns:a="http://schemas.openxmlformats.org/drawingml/2006/main">
              <a:ext uri="{FF2B5EF4-FFF2-40B4-BE49-F238E27FC236}">
                <a16:creationId xmlns:a16="http://schemas.microsoft.com/office/drawing/2014/main" id="{829754D3-D8AE-4F73-856D-0566A72F417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Espace réservé du numéro de diapositive 3">
            <a:extLst xmlns:a="http://schemas.openxmlformats.org/drawingml/2006/main">
              <a:ext uri="{FF2B5EF4-FFF2-40B4-BE49-F238E27FC236}">
                <a16:creationId xmlns:a16="http://schemas.microsoft.com/office/drawing/2014/main" id="{BB441FA4-6311-4E3A-924F-AA7FEDE867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CE36FEA-8CB9-41FA-B479-EAB77352D1BB}" type="slidenum">
              <a:t>‹N°›</a:t>
            </a:fld>
            <a:endParaRPr/>
          </a:p>
        </p:txBody>
      </p:sp>
      <p:pic>
        <p:nvPicPr>
          <p:cNvPr id="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1c26d1c08e45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504856" y="177800"/>
            <a:ext cx="1527132" cy="83820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291b3c73d7434d" /><Relationship Type="http://schemas.openxmlformats.org/officeDocument/2006/relationships/slideLayout" Target="/ppt/slideLayouts/slideLayout1.xml" Id="R8c4a528db7f24721" /><Relationship Type="http://schemas.openxmlformats.org/officeDocument/2006/relationships/slideLayout" Target="/ppt/slideLayouts/slideLayout2.xml" Id="Rf816628e03ea4d9f" /><Relationship Type="http://schemas.openxmlformats.org/officeDocument/2006/relationships/slideLayout" Target="/ppt/slideLayouts/slideLayout3.xml" Id="Rd13085450c8e4f26" /><Relationship Type="http://schemas.openxmlformats.org/officeDocument/2006/relationships/slideLayout" Target="/ppt/slideLayouts/slideLayout4.xml" Id="R58a3aed3e4ca44d8" /><Relationship Type="http://schemas.openxmlformats.org/officeDocument/2006/relationships/slideLayout" Target="/ppt/slideLayouts/slideLayout5.xml" Id="R245cb7741ebc40ff" /><Relationship Type="http://schemas.openxmlformats.org/officeDocument/2006/relationships/slideLayout" Target="/ppt/slideLayouts/slideLayout6.xml" Id="Rfe7f7f051aac4336" /><Relationship Type="http://schemas.openxmlformats.org/officeDocument/2006/relationships/slideLayout" Target="/ppt/slideLayouts/slideLayout7.xml" Id="R3b913d5471354217" /><Relationship Type="http://schemas.openxmlformats.org/officeDocument/2006/relationships/slideLayout" Target="/ppt/slideLayouts/slideLayout8.xml" Id="R14009e74a4624ffa" /><Relationship Type="http://schemas.openxmlformats.org/officeDocument/2006/relationships/slideLayout" Target="/ppt/slideLayouts/slideLayout9.xml" Id="Ra158aef58f5c4c69" /><Relationship Type="http://schemas.openxmlformats.org/officeDocument/2006/relationships/slideLayout" Target="/ppt/slideLayouts/slideLayout10.xml" Id="R38aeae2a45604769" /><Relationship Type="http://schemas.openxmlformats.org/officeDocument/2006/relationships/slideLayout" Target="/ppt/slideLayouts/slideLayout11.xml" Id="R0b47c47f8a994d1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1b3892279c7e48c4" /><Relationship Type="http://schemas.openxmlformats.org/officeDocument/2006/relationships/slideLayout" Target="/ppt/slideLayouts/slideLayout12.xml" Id="R0a76b06022f14323" /><Relationship Type="http://schemas.openxmlformats.org/officeDocument/2006/relationships/slideLayout" Target="/ppt/slideLayouts/slideLayout13.xml" Id="R1c67bc05885f4eb8" /><Relationship Type="http://schemas.openxmlformats.org/officeDocument/2006/relationships/slideLayout" Target="/ppt/slideLayouts/slideLayout14.xml" Id="R11fa37ab1378449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titre 1">
            <a:extLst xmlns:a="http://schemas.openxmlformats.org/drawingml/2006/main">
              <a:ext uri="{FF2B5EF4-FFF2-40B4-BE49-F238E27FC236}">
                <a16:creationId xmlns:a16="http://schemas.microsoft.com/office/drawing/2014/main" id="{3534F151-4B48-4443-96A6-94BCEE2492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Modifiez le style du titre</a:t>
            </a:r>
          </a:p>
        </p:txBody>
      </p:sp>
      <p:sp>
        <p:nvSpPr>
          <p:cNvPr id="3" name="Espace réservé du texte 2">
            <a:extLst xmlns:a="http://schemas.openxmlformats.org/drawingml/2006/main">
              <a:ext uri="{FF2B5EF4-FFF2-40B4-BE49-F238E27FC236}">
                <a16:creationId xmlns:a16="http://schemas.microsoft.com/office/drawing/2014/main" id="{1A7F2EF7-1C78-42C0-A2DA-CDE78A63EC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  <a:p xmlns:a="http://schemas.openxmlformats.org/drawingml/2006/main">
            <a:pPr lvl="1">
              <a:buNone/>
            </a:pPr>
            <a:r>
              <a:t>Deuxième niveau</a:t>
            </a:r>
          </a:p>
          <a:p xmlns:a="http://schemas.openxmlformats.org/drawingml/2006/main">
            <a:pPr lvl="2">
              <a:buNone/>
            </a:pPr>
            <a:r>
              <a:t>Troisième niveau</a:t>
            </a:r>
          </a:p>
          <a:p xmlns:a="http://schemas.openxmlformats.org/drawingml/2006/main">
            <a:pPr lvl="3">
              <a:buNone/>
            </a:pPr>
            <a:r>
              <a:t>Quatrième niveau</a:t>
            </a:r>
          </a:p>
          <a:p xmlns:a="http://schemas.openxmlformats.org/drawingml/2006/main">
            <a:pPr lvl="4">
              <a:buNone/>
            </a:pPr>
            <a:r>
              <a:t>Cinquième niveau</a:t>
            </a:r>
          </a:p>
        </p:txBody>
      </p:sp>
      <p:sp>
        <p:nvSpPr>
          <p:cNvPr id="4" name="Espace réservé de la date 3">
            <a:extLst xmlns:a="http://schemas.openxmlformats.org/drawingml/2006/main">
              <a:ext uri="{FF2B5EF4-FFF2-40B4-BE49-F238E27FC236}">
                <a16:creationId xmlns:a16="http://schemas.microsoft.com/office/drawing/2014/main" id="{8C92D337-6994-4BB7-B539-7C3D4A2B306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880D1414-9412-4262-86EC-F84159795351}" type="datetimeFigureOut">
              <a:t>17/08/2026</a:t>
            </a:fld>
            <a:endParaRPr/>
          </a:p>
        </p:txBody>
      </p:sp>
      <p:sp>
        <p:nvSpPr>
          <p:cNvPr id="5" name="Espace réservé du pied de page 4">
            <a:extLst xmlns:a="http://schemas.openxmlformats.org/drawingml/2006/main">
              <a:ext uri="{FF2B5EF4-FFF2-40B4-BE49-F238E27FC236}">
                <a16:creationId xmlns:a16="http://schemas.microsoft.com/office/drawing/2014/main" id="{4825DEF3-9497-4BA5-97A4-7A381891352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Espace réservé du numéro de diapositive 5">
            <a:extLst xmlns:a="http://schemas.openxmlformats.org/drawingml/2006/main">
              <a:ext uri="{FF2B5EF4-FFF2-40B4-BE49-F238E27FC236}">
                <a16:creationId xmlns:a16="http://schemas.microsoft.com/office/drawing/2014/main" id="{CCA4953D-CA2C-4966-9748-DBA87225226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0105B622-B1A1-4656-A09D-B41DAC812A37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4a528db7f24721"/>
    <p:sldLayoutId xmlns:r="http://schemas.openxmlformats.org/officeDocument/2006/relationships" id="2147483650" r:id="Rf816628e03ea4d9f"/>
    <p:sldLayoutId xmlns:r="http://schemas.openxmlformats.org/officeDocument/2006/relationships" id="2147483651" r:id="Rd13085450c8e4f26"/>
    <p:sldLayoutId xmlns:r="http://schemas.openxmlformats.org/officeDocument/2006/relationships" id="2147483652" r:id="R58a3aed3e4ca44d8"/>
    <p:sldLayoutId xmlns:r="http://schemas.openxmlformats.org/officeDocument/2006/relationships" id="2147483653" r:id="R245cb7741ebc40ff"/>
    <p:sldLayoutId xmlns:r="http://schemas.openxmlformats.org/officeDocument/2006/relationships" id="2147483654" r:id="Rfe7f7f051aac4336"/>
    <p:sldLayoutId xmlns:r="http://schemas.openxmlformats.org/officeDocument/2006/relationships" id="2147483655" r:id="R3b913d5471354217"/>
    <p:sldLayoutId xmlns:r="http://schemas.openxmlformats.org/officeDocument/2006/relationships" id="2147483656" r:id="R14009e74a4624ffa"/>
    <p:sldLayoutId xmlns:r="http://schemas.openxmlformats.org/officeDocument/2006/relationships" id="2147483657" r:id="Ra158aef58f5c4c69"/>
    <p:sldLayoutId xmlns:r="http://schemas.openxmlformats.org/officeDocument/2006/relationships" id="2147483658" r:id="R38aeae2a45604769"/>
    <p:sldLayoutId xmlns:r="http://schemas.openxmlformats.org/officeDocument/2006/relationships" id="2147483659" r:id="R0b47c47f8a994d12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2">
            <a:extLst xmlns:a="http://schemas.openxmlformats.org/drawingml/2006/main">
              <a:ext uri="{FF2B5EF4-FFF2-40B4-BE49-F238E27FC236}">
                <a16:creationId xmlns:a16="http://schemas.microsoft.com/office/drawing/2014/main" id="{B79B7E58-0CEB-4523-A38B-E4D2D662DD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096" y="893"/>
            <a:ext cx="11289404" cy="1079501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71437" tIns="71437" rIns="71437" bIns="71437" anchor="ctr">
            <a:normAutofit/>
          </a:bodyPr>
          <a:lstStyle xmlns:a="http://schemas.openxmlformats.org/drawingml/2006/main"/>
          <a:p xmlns:a="http://schemas.openxmlformats.org/drawingml/2006/main">
            <a:r>
              <a:t>Texte</a:t>
            </a:r>
            <a:r>
              <a:t> du </a:t>
            </a:r>
            <a:r>
              <a:t>titre</a:t>
            </a:r>
            <a:endParaRPr/>
          </a:p>
        </p:txBody>
      </p:sp>
      <p:sp>
        <p:nvSpPr>
          <p:cNvPr id="3" name="Shape 3">
            <a:extLst xmlns:a="http://schemas.openxmlformats.org/drawingml/2006/main">
              <a:ext uri="{FF2B5EF4-FFF2-40B4-BE49-F238E27FC236}">
                <a16:creationId xmlns:a16="http://schemas.microsoft.com/office/drawing/2014/main" id="{1D6C7860-DB0C-4EE9-884C-3A5ADEB196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2096" y="1163278"/>
            <a:ext cx="11013886" cy="5193358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71437" tIns="71437" rIns="71437" bIns="71437">
            <a:normAutofit/>
          </a:bodyPr>
          <a:lstStyle xmlns:a="http://schemas.openxmlformats.org/drawingml/2006/main">
            <a:lvl2pPr marL="860627" indent="-416127">
              <a:buClr>
                <a:srgbClr val="E7473D"/>
              </a:buClr>
              <a:buSzPct val="100000"/>
              <a:buChar char="▪"/>
              <a:defRPr sz="4200">
                <a:solidFill>
                  <a:srgbClr val="000000"/>
                </a:solidFill>
              </a:defRPr>
            </a:lvl2pPr>
            <a:lvl3pPr marL="1270000" indent="-381000">
              <a:spcBef>
                <a:spcPts val="1000"/>
              </a:spcBef>
              <a:buClr>
                <a:srgbClr val="A6AAA9"/>
              </a:buClr>
              <a:buSzPct val="100000"/>
              <a:buChar char="▪"/>
              <a:defRPr sz="4100">
                <a:solidFill>
                  <a:srgbClr val="53585F"/>
                </a:solidFill>
              </a:defRPr>
            </a:lvl3pPr>
            <a:lvl4pPr marL="1651000" indent="-317500">
              <a:spcBef>
                <a:spcPts val="500"/>
              </a:spcBef>
              <a:buClr>
                <a:srgbClr val="A6AAA9"/>
              </a:buClr>
              <a:buChar char="▪"/>
              <a:defRPr sz="3600">
                <a:solidFill>
                  <a:srgbClr val="53585F"/>
                </a:solidFill>
              </a:defRPr>
            </a:lvl4pPr>
            <a:lvl5pPr marL="2095500" indent="-317500">
              <a:spcBef>
                <a:spcPts val="500"/>
              </a:spcBef>
              <a:buClr>
                <a:srgbClr val="A6AAA9"/>
              </a:buClr>
              <a:buChar char="▪"/>
              <a:defRPr sz="3600">
                <a:solidFill>
                  <a:srgbClr val="53585F"/>
                </a:solidFill>
              </a:defRPr>
            </a:lvl5pPr>
          </a:lstStyle>
          <a:p xmlns:a="http://schemas.openxmlformats.org/drawingml/2006/main">
            <a:r>
              <a:t>Texte niveau 1</a:t>
            </a:r>
          </a:p>
          <a:p xmlns:a="http://schemas.openxmlformats.org/drawingml/2006/main">
            <a:pPr lvl="1">
              <a:buNone/>
            </a:pPr>
            <a:r>
              <a:t>Texte niveau 2</a:t>
            </a:r>
          </a:p>
          <a:p xmlns:a="http://schemas.openxmlformats.org/drawingml/2006/main">
            <a:pPr lvl="2">
              <a:buNone/>
            </a:pPr>
            <a:r>
              <a:t>Texte niveau 3</a:t>
            </a:r>
          </a:p>
          <a:p xmlns:a="http://schemas.openxmlformats.org/drawingml/2006/main">
            <a:pPr lvl="3">
              <a:buNone/>
            </a:pPr>
            <a:r>
              <a:t>Texte niveau 4</a:t>
            </a:r>
          </a:p>
          <a:p xmlns:a="http://schemas.openxmlformats.org/drawingml/2006/main">
            <a:pPr lvl="4">
              <a:buNone/>
            </a:pPr>
            <a:r>
              <a:t>Texte niveau 5</a:t>
            </a:r>
          </a:p>
        </p:txBody>
      </p:sp>
      <p:sp>
        <p:nvSpPr>
          <p:cNvPr id="4" name="Shape 4">
            <a:extLst xmlns:a="http://schemas.openxmlformats.org/drawingml/2006/main">
              <a:ext uri="{FF2B5EF4-FFF2-40B4-BE49-F238E27FC236}">
                <a16:creationId xmlns:a16="http://schemas.microsoft.com/office/drawing/2014/main" id="{C2026884-BC00-4E22-80E2-1D01137B6C8A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216000" y="6559200"/>
            <a:ext cx="404978" cy="328935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lIns="71437" tIns="71437" rIns="71437" bIns="71437">
            <a:spAutoFit/>
          </a:bodyPr>
          <a:lstStyle xmlns:a="http://schemas.openxmlformats.org/drawingml/2006/main">
            <a:lvl1pPr algn="l">
              <a:buNone/>
              <a:defRPr sz="1200">
                <a:solidFill>
                  <a:srgbClr val="666565"/>
                </a:solidFill>
                <a:latin typeface="Segoe UI Light"/>
                <a:ea typeface="Segoe UI Light"/>
                <a:cs typeface="Segoe UI Light"/>
              </a:defRPr>
            </a:lvl1pPr>
          </a:lstStyle>
          <a:p xmlns:a="http://schemas.openxmlformats.org/drawingml/2006/main">
            <a:fld id="{86CB4B4D-7CA3-9044-876B-883B54F8677D}" type="slidenum">
              <a:t>‹N°›</a:t>
            </a:fld>
            <a:endParaRPr/>
          </a:p>
        </p:txBody>
      </p:sp>
      <p:sp>
        <p:nvSpPr>
          <p:cNvPr id="9" name="Décision 2">
            <a:extLst xmlns:a="http://schemas.openxmlformats.org/drawingml/2006/main">
              <a:ext uri="{FF2B5EF4-FFF2-40B4-BE49-F238E27FC236}">
                <a16:creationId xmlns:a16="http://schemas.microsoft.com/office/drawing/2014/main" id="{62DE1C0F-7AC4-4C40-9B49-B7CB3411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" y="-120"/>
            <a:ext cx="700630" cy="1597854"/>
          </a:xfrm>
          <a:custGeom xmlns:a="http://schemas.openxmlformats.org/drawingml/2006/main">
            <a:gdLst>
              <a:gd name="connsiteX0" fmla="*/ 0 w 10000"/>
              <a:gd name="connsiteY0" fmla="*/ 5000 h 10000"/>
              <a:gd name="connsiteX1" fmla="*/ 5000 w 10000"/>
              <a:gd name="connsiteY1" fmla="*/ 0 h 10000"/>
              <a:gd name="connsiteX2" fmla="*/ 10000 w 10000"/>
              <a:gd name="connsiteY2" fmla="*/ 5000 h 10000"/>
              <a:gd name="connsiteX3" fmla="*/ 5000 w 10000"/>
              <a:gd name="connsiteY3" fmla="*/ 10000 h 10000"/>
              <a:gd name="connsiteX4" fmla="*/ 0 w 10000"/>
              <a:gd name="connsiteY4" fmla="*/ 5000 h 10000"/>
              <a:gd name="connsiteX0" fmla="*/ 0 w 5000"/>
              <a:gd name="connsiteY0" fmla="*/ 10000 h 10000"/>
              <a:gd name="connsiteX1" fmla="*/ 0 w 5000"/>
              <a:gd name="connsiteY1" fmla="*/ 0 h 10000"/>
              <a:gd name="connsiteX2" fmla="*/ 5000 w 5000"/>
              <a:gd name="connsiteY2" fmla="*/ 5000 h 10000"/>
              <a:gd name="connsiteX3" fmla="*/ 0 w 5000"/>
              <a:gd name="connsiteY3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5280 w 10000"/>
              <a:gd name="connsiteY2" fmla="*/ 2676 h 10000"/>
              <a:gd name="connsiteX3" fmla="*/ 10000 w 10000"/>
              <a:gd name="connsiteY3" fmla="*/ 5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5280 w 10000"/>
              <a:gd name="connsiteY2" fmla="*/ 2676 h 10000"/>
              <a:gd name="connsiteX3" fmla="*/ 10000 w 10000"/>
              <a:gd name="connsiteY3" fmla="*/ 5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5280 w 10000"/>
              <a:gd name="connsiteY2" fmla="*/ 2676 h 10000"/>
              <a:gd name="connsiteX3" fmla="*/ 10000 w 10000"/>
              <a:gd name="connsiteY3" fmla="*/ 5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5280 w 10000"/>
              <a:gd name="connsiteY2" fmla="*/ 2676 h 10000"/>
              <a:gd name="connsiteX3" fmla="*/ 10000 w 10000"/>
              <a:gd name="connsiteY3" fmla="*/ 5000 h 10000"/>
              <a:gd name="connsiteX4" fmla="*/ 0 w 10000"/>
              <a:gd name="connsiteY4" fmla="*/ 10000 h 10000"/>
              <a:gd name="connsiteX0" fmla="*/ 0 w 10000"/>
              <a:gd name="connsiteY0" fmla="*/ 7324 h 7324"/>
              <a:gd name="connsiteX1" fmla="*/ 0 w 10000"/>
              <a:gd name="connsiteY1" fmla="*/ 591 h 7324"/>
              <a:gd name="connsiteX2" fmla="*/ 5280 w 10000"/>
              <a:gd name="connsiteY2" fmla="*/ 0 h 7324"/>
              <a:gd name="connsiteX3" fmla="*/ 10000 w 10000"/>
              <a:gd name="connsiteY3" fmla="*/ 2324 h 7324"/>
              <a:gd name="connsiteX4" fmla="*/ 0 w 10000"/>
              <a:gd name="connsiteY4" fmla="*/ 7324 h 7324"/>
              <a:gd name="connsiteX0" fmla="*/ 0 w 10000"/>
              <a:gd name="connsiteY0" fmla="*/ 9348 h 9348"/>
              <a:gd name="connsiteX1" fmla="*/ 0 w 10000"/>
              <a:gd name="connsiteY1" fmla="*/ 155 h 9348"/>
              <a:gd name="connsiteX2" fmla="*/ 6284 w 10000"/>
              <a:gd name="connsiteY2" fmla="*/ 0 h 9348"/>
              <a:gd name="connsiteX3" fmla="*/ 10000 w 10000"/>
              <a:gd name="connsiteY3" fmla="*/ 2521 h 9348"/>
              <a:gd name="connsiteX4" fmla="*/ 0 w 10000"/>
              <a:gd name="connsiteY4" fmla="*/ 9348 h 9348"/>
              <a:gd name="connsiteX0" fmla="*/ 0 w 10000"/>
              <a:gd name="connsiteY0" fmla="*/ 10029 h 10029"/>
              <a:gd name="connsiteX1" fmla="*/ 0 w 10000"/>
              <a:gd name="connsiteY1" fmla="*/ 0 h 10029"/>
              <a:gd name="connsiteX2" fmla="*/ 6284 w 10000"/>
              <a:gd name="connsiteY2" fmla="*/ 29 h 10029"/>
              <a:gd name="connsiteX3" fmla="*/ 10000 w 10000"/>
              <a:gd name="connsiteY3" fmla="*/ 2726 h 10029"/>
              <a:gd name="connsiteX4" fmla="*/ 0 w 10000"/>
              <a:gd name="connsiteY4" fmla="*/ 10029 h 10029"/>
              <a:gd name="connsiteX0" fmla="*/ 0 w 10000"/>
              <a:gd name="connsiteY0" fmla="*/ 10000 h 10000"/>
              <a:gd name="connsiteX1" fmla="*/ 0 w 10000"/>
              <a:gd name="connsiteY1" fmla="*/ 41 h 10000"/>
              <a:gd name="connsiteX2" fmla="*/ 6284 w 10000"/>
              <a:gd name="connsiteY2" fmla="*/ 0 h 10000"/>
              <a:gd name="connsiteX3" fmla="*/ 10000 w 10000"/>
              <a:gd name="connsiteY3" fmla="*/ 2697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 w 10000"/>
              <a:gd name="connsiteY1" fmla="*/ 6 h 10000"/>
              <a:gd name="connsiteX2" fmla="*/ 6284 w 10000"/>
              <a:gd name="connsiteY2" fmla="*/ 0 h 10000"/>
              <a:gd name="connsiteX3" fmla="*/ 10000 w 10000"/>
              <a:gd name="connsiteY3" fmla="*/ 2697 h 10000"/>
              <a:gd name="connsiteX4" fmla="*/ 0 w 10000"/>
              <a:gd name="connsiteY4" fmla="*/ 10000 h 10000"/>
              <a:gd name="connsiteX0" fmla="*/ 0 w 10000"/>
              <a:gd name="connsiteY0" fmla="*/ 9994 h 9994"/>
              <a:gd name="connsiteX1" fmla="*/ 20 w 10000"/>
              <a:gd name="connsiteY1" fmla="*/ 0 h 9994"/>
              <a:gd name="connsiteX2" fmla="*/ 6284 w 10000"/>
              <a:gd name="connsiteY2" fmla="*/ 0 h 9994"/>
              <a:gd name="connsiteX3" fmla="*/ 10000 w 10000"/>
              <a:gd name="connsiteY3" fmla="*/ 2691 h 9994"/>
              <a:gd name="connsiteX4" fmla="*/ 0 w 10000"/>
              <a:gd name="connsiteY4" fmla="*/ 9994 h 9994"/>
              <a:gd name="connsiteX0" fmla="*/ 0 w 10000"/>
              <a:gd name="connsiteY0" fmla="*/ 10003 h 10003"/>
              <a:gd name="connsiteX1" fmla="*/ 13 w 10000"/>
              <a:gd name="connsiteY1" fmla="*/ 0 h 10003"/>
              <a:gd name="connsiteX2" fmla="*/ 6284 w 10000"/>
              <a:gd name="connsiteY2" fmla="*/ 3 h 10003"/>
              <a:gd name="connsiteX3" fmla="*/ 10000 w 10000"/>
              <a:gd name="connsiteY3" fmla="*/ 2696 h 10003"/>
              <a:gd name="connsiteX4" fmla="*/ 0 w 10000"/>
              <a:gd name="connsiteY4" fmla="*/ 10003 h 10003"/>
              <a:gd name="connsiteX0" fmla="*/ 0 w 10000"/>
              <a:gd name="connsiteY0" fmla="*/ 10003 h 10003"/>
              <a:gd name="connsiteX1" fmla="*/ 13 w 10000"/>
              <a:gd name="connsiteY1" fmla="*/ 0 h 10003"/>
              <a:gd name="connsiteX2" fmla="*/ 6284 w 10000"/>
              <a:gd name="connsiteY2" fmla="*/ 0 h 10003"/>
              <a:gd name="connsiteX3" fmla="*/ 10000 w 10000"/>
              <a:gd name="connsiteY3" fmla="*/ 2696 h 10003"/>
              <a:gd name="connsiteX4" fmla="*/ 0 w 10000"/>
              <a:gd name="connsiteY4" fmla="*/ 10003 h 10003"/>
              <a:gd name="connsiteX0" fmla="*/ 0 w 9992"/>
              <a:gd name="connsiteY0" fmla="*/ 10003 h 10003"/>
              <a:gd name="connsiteX1" fmla="*/ 13 w 9992"/>
              <a:gd name="connsiteY1" fmla="*/ 0 h 10003"/>
              <a:gd name="connsiteX2" fmla="*/ 6284 w 9992"/>
              <a:gd name="connsiteY2" fmla="*/ 0 h 10003"/>
              <a:gd name="connsiteX3" fmla="*/ 9992 w 9992"/>
              <a:gd name="connsiteY3" fmla="*/ 2700 h 10003"/>
              <a:gd name="connsiteX4" fmla="*/ 0 w 9992"/>
              <a:gd name="connsiteY4" fmla="*/ 10003 h 10003"/>
              <a:gd name="connsiteX0" fmla="*/ 0 w 10000"/>
              <a:gd name="connsiteY0" fmla="*/ 11065 h 11065"/>
              <a:gd name="connsiteX1" fmla="*/ 13 w 10000"/>
              <a:gd name="connsiteY1" fmla="*/ 1065 h 11065"/>
              <a:gd name="connsiteX2" fmla="*/ 4815 w 10000"/>
              <a:gd name="connsiteY2" fmla="*/ 0 h 11065"/>
              <a:gd name="connsiteX3" fmla="*/ 10000 w 10000"/>
              <a:gd name="connsiteY3" fmla="*/ 3764 h 11065"/>
              <a:gd name="connsiteX4" fmla="*/ 0 w 10000"/>
              <a:gd name="connsiteY4" fmla="*/ 11065 h 11065"/>
              <a:gd name="connsiteX0" fmla="*/ 0 w 10000"/>
              <a:gd name="connsiteY0" fmla="*/ 11065 h 11065"/>
              <a:gd name="connsiteX1" fmla="*/ 13 w 10000"/>
              <a:gd name="connsiteY1" fmla="*/ 14 h 11065"/>
              <a:gd name="connsiteX2" fmla="*/ 4815 w 10000"/>
              <a:gd name="connsiteY2" fmla="*/ 0 h 11065"/>
              <a:gd name="connsiteX3" fmla="*/ 10000 w 10000"/>
              <a:gd name="connsiteY3" fmla="*/ 3764 h 11065"/>
              <a:gd name="connsiteX4" fmla="*/ 0 w 10000"/>
              <a:gd name="connsiteY4" fmla="*/ 11065 h 11065"/>
              <a:gd name="connsiteX0" fmla="*/ 0 w 10000"/>
              <a:gd name="connsiteY0" fmla="*/ 11065 h 11065"/>
              <a:gd name="connsiteX1" fmla="*/ 43 w 10000"/>
              <a:gd name="connsiteY1" fmla="*/ 14 h 11065"/>
              <a:gd name="connsiteX2" fmla="*/ 4815 w 10000"/>
              <a:gd name="connsiteY2" fmla="*/ 0 h 11065"/>
              <a:gd name="connsiteX3" fmla="*/ 10000 w 10000"/>
              <a:gd name="connsiteY3" fmla="*/ 3764 h 11065"/>
              <a:gd name="connsiteX4" fmla="*/ 0 w 10000"/>
              <a:gd name="connsiteY4" fmla="*/ 11065 h 11065"/>
              <a:gd name="connsiteX0" fmla="*/ 0 w 10000"/>
              <a:gd name="connsiteY0" fmla="*/ 11066 h 11066"/>
              <a:gd name="connsiteX1" fmla="*/ 73 w 10000"/>
              <a:gd name="connsiteY1" fmla="*/ 0 h 11066"/>
              <a:gd name="connsiteX2" fmla="*/ 4815 w 10000"/>
              <a:gd name="connsiteY2" fmla="*/ 1 h 11066"/>
              <a:gd name="connsiteX3" fmla="*/ 10000 w 10000"/>
              <a:gd name="connsiteY3" fmla="*/ 3765 h 11066"/>
              <a:gd name="connsiteX4" fmla="*/ 0 w 10000"/>
              <a:gd name="connsiteY4" fmla="*/ 11066 h 11066"/>
              <a:gd name="connsiteX0" fmla="*/ 0 w 10000"/>
              <a:gd name="connsiteY0" fmla="*/ 11066 h 11066"/>
              <a:gd name="connsiteX1" fmla="*/ 13 w 10000"/>
              <a:gd name="connsiteY1" fmla="*/ 0 h 11066"/>
              <a:gd name="connsiteX2" fmla="*/ 4815 w 10000"/>
              <a:gd name="connsiteY2" fmla="*/ 1 h 11066"/>
              <a:gd name="connsiteX3" fmla="*/ 10000 w 10000"/>
              <a:gd name="connsiteY3" fmla="*/ 3765 h 11066"/>
              <a:gd name="connsiteX4" fmla="*/ 0 w 10000"/>
              <a:gd name="connsiteY4" fmla="*/ 11066 h 11066"/>
            </a:gdLst>
            <a:rect l="l" t="t" r="r" b="b"/>
            <a:pathLst>
              <a:path w="10000" h="11066">
                <a:moveTo>
                  <a:pt x="0" y="11066"/>
                </a:moveTo>
                <a:cubicBezTo>
                  <a:pt x="7" y="7734"/>
                  <a:pt x="6" y="3332"/>
                  <a:pt x="13" y="0"/>
                </a:cubicBezTo>
                <a:lnTo>
                  <a:pt x="4815" y="1"/>
                </a:lnTo>
                <a:lnTo>
                  <a:pt x="10000" y="3765"/>
                </a:lnTo>
                <a:lnTo>
                  <a:pt x="0" y="11066"/>
                </a:lnTo>
                <a:close/>
              </a:path>
            </a:pathLst>
          </a:custGeom>
          <a:solidFill xmlns:a="http://schemas.openxmlformats.org/drawingml/2006/main">
            <a:srgbClr val="E7473D"/>
          </a:solidFill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35719" tIns="35719" rIns="35719" bIns="35719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>
              <a:solidFill>
                <a:schemeClr val="bg1"/>
              </a:solidFill>
              <a:latin typeface="Swis721 BT Roman"/>
              <a:ea typeface="Swis721 BT Roman"/>
              <a:cs typeface="Swis721 BT Roman"/>
            </a:endParaRPr>
          </a:p>
        </p:txBody>
      </p:sp>
      <p:sp>
        <p:nvSpPr>
          <p:cNvPr id="10" name="Décision 2">
            <a:extLst xmlns:a="http://schemas.openxmlformats.org/drawingml/2006/main">
              <a:ext uri="{FF2B5EF4-FFF2-40B4-BE49-F238E27FC236}">
                <a16:creationId xmlns:a16="http://schemas.microsoft.com/office/drawing/2014/main" id="{86EB0F58-EFCC-4E54-B6D4-66187901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" y="6524537"/>
            <a:ext cx="120668" cy="333463"/>
          </a:xfrm>
          <a:custGeom xmlns:a="http://schemas.openxmlformats.org/drawingml/2006/main">
            <a:gdLst>
              <a:gd name="connsiteX0" fmla="*/ 0 w 10000"/>
              <a:gd name="connsiteY0" fmla="*/ 5000 h 10000"/>
              <a:gd name="connsiteX1" fmla="*/ 5000 w 10000"/>
              <a:gd name="connsiteY1" fmla="*/ 0 h 10000"/>
              <a:gd name="connsiteX2" fmla="*/ 10000 w 10000"/>
              <a:gd name="connsiteY2" fmla="*/ 5000 h 10000"/>
              <a:gd name="connsiteX3" fmla="*/ 5000 w 10000"/>
              <a:gd name="connsiteY3" fmla="*/ 10000 h 10000"/>
              <a:gd name="connsiteX4" fmla="*/ 0 w 10000"/>
              <a:gd name="connsiteY4" fmla="*/ 5000 h 10000"/>
              <a:gd name="connsiteX0" fmla="*/ 0 w 5000"/>
              <a:gd name="connsiteY0" fmla="*/ 10000 h 10000"/>
              <a:gd name="connsiteX1" fmla="*/ 0 w 5000"/>
              <a:gd name="connsiteY1" fmla="*/ 0 h 10000"/>
              <a:gd name="connsiteX2" fmla="*/ 5000 w 5000"/>
              <a:gd name="connsiteY2" fmla="*/ 5000 h 10000"/>
              <a:gd name="connsiteX3" fmla="*/ 0 w 5000"/>
              <a:gd name="connsiteY3" fmla="*/ 10000 h 10000"/>
            </a:gdLst>
            <a:rect l="l" t="t" r="r" b="b"/>
            <a:pathLst>
              <a:path w="5000" h="10000">
                <a:moveTo>
                  <a:pt x="0" y="10000"/>
                </a:moveTo>
                <a:lnTo>
                  <a:pt x="0" y="0"/>
                </a:lnTo>
                <a:lnTo>
                  <a:pt x="5000" y="5000"/>
                </a:lnTo>
                <a:lnTo>
                  <a:pt x="0" y="10000"/>
                </a:lnTo>
                <a:close/>
              </a:path>
            </a:pathLst>
          </a:custGeom>
          <a:solidFill xmlns:a="http://schemas.openxmlformats.org/drawingml/2006/main">
            <a:srgbClr val="003A8D"/>
          </a:solidFill>
          <a:ln xmlns:a="http://schemas.openxmlformats.org/drawingml/2006/main" w="1270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35719" tIns="35719" rIns="35719" bIns="35719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>
              <a:solidFill>
                <a:schemeClr val="bg1"/>
              </a:solidFill>
              <a:latin typeface="Swis721 BT Roman"/>
              <a:ea typeface="Swis721 BT Roman"/>
              <a:cs typeface="Swis721 BT Roman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47791D1-0F68-4CE2-A7A1-C9325881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3583" y="5191125"/>
            <a:ext cx="972000" cy="9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0a76b06022f14323"/>
    <p:sldLayoutId xmlns:r="http://schemas.openxmlformats.org/officeDocument/2006/relationships" id="2147483662" r:id="R1c67bc05885f4eb8"/>
    <p:sldLayoutId xmlns:r="http://schemas.openxmlformats.org/officeDocument/2006/relationships" id="2147483663" r:id="R11fa37ab13784492"/>
  </p:sldLayoutIdLst>
  <p:hf hdr="0" ftr="0" dt="0"/>
  <p:txStyles>
    <p:titleStyle>
      <a:lvl1pPr xmlns:a="http://schemas.openxmlformats.org/drawingml/2006/main" marL="0" marR="0" indent="0" algn="l" defTabSz="2921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2900" b="1" i="0" u="none" cap="none" spc="0" baseline="0">
          <a:ln>
            <a:noFill/>
          </a:ln>
          <a:solidFill>
            <a:srgbClr val="013A8D"/>
          </a:solidFill>
          <a:latin typeface="Segoe UI Light"/>
          <a:ea typeface="Segoe UI Light"/>
          <a:cs typeface="Segoe UI Light"/>
        </a:defRPr>
      </a:lvl1pPr>
      <a:lvl2pPr xmlns:a="http://schemas.openxmlformats.org/drawingml/2006/main" marL="0" marR="0" indent="114300" algn="l" defTabSz="2921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2900" b="1" i="0" u="none" cap="none" spc="0" baseline="0">
          <a:ln>
            <a:noFill/>
          </a:ln>
          <a:solidFill>
            <a:srgbClr val="013A8D"/>
          </a:solidFill>
          <a:latin typeface="Swis721 BT"/>
          <a:ea typeface="Swis721 BT"/>
          <a:cs typeface="Swis721 BT"/>
        </a:defRPr>
      </a:lvl2pPr>
      <a:lvl3pPr xmlns:a="http://schemas.openxmlformats.org/drawingml/2006/main" marL="0" marR="0" indent="228600" algn="l" defTabSz="2921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2900" b="1" i="0" u="none" cap="none" spc="0" baseline="0">
          <a:ln>
            <a:noFill/>
          </a:ln>
          <a:solidFill>
            <a:srgbClr val="013A8D"/>
          </a:solidFill>
          <a:latin typeface="Swis721 BT"/>
          <a:ea typeface="Swis721 BT"/>
          <a:cs typeface="Swis721 BT"/>
        </a:defRPr>
      </a:lvl3pPr>
      <a:lvl4pPr xmlns:a="http://schemas.openxmlformats.org/drawingml/2006/main" marL="0" marR="0" indent="342900" algn="l" defTabSz="2921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2900" b="1" i="0" u="none" cap="none" spc="0" baseline="0">
          <a:ln>
            <a:noFill/>
          </a:ln>
          <a:solidFill>
            <a:srgbClr val="013A8D"/>
          </a:solidFill>
          <a:latin typeface="Swis721 BT"/>
          <a:ea typeface="Swis721 BT"/>
          <a:cs typeface="Swis721 BT"/>
        </a:defRPr>
      </a:lvl4pPr>
      <a:lvl5pPr xmlns:a="http://schemas.openxmlformats.org/drawingml/2006/main" marL="0" marR="0" indent="457200" algn="l" defTabSz="2921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2900" b="1" i="0" u="none" cap="none" spc="0" baseline="0">
          <a:ln>
            <a:noFill/>
          </a:ln>
          <a:solidFill>
            <a:srgbClr val="013A8D"/>
          </a:solidFill>
          <a:latin typeface="Swis721 BT"/>
          <a:ea typeface="Swis721 BT"/>
          <a:cs typeface="Swis721 BT"/>
        </a:defRPr>
      </a:lvl5pPr>
      <a:lvl6pPr xmlns:a="http://schemas.openxmlformats.org/drawingml/2006/main" marL="0" marR="0" indent="571500" algn="l" defTabSz="2921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2900" b="1" i="0" u="none" cap="none" spc="0" baseline="0">
          <a:ln>
            <a:noFill/>
          </a:ln>
          <a:solidFill>
            <a:srgbClr val="013A8D"/>
          </a:solidFill>
          <a:latin typeface="Swis721 BT"/>
          <a:ea typeface="Swis721 BT"/>
          <a:cs typeface="Swis721 BT"/>
        </a:defRPr>
      </a:lvl6pPr>
      <a:lvl7pPr xmlns:a="http://schemas.openxmlformats.org/drawingml/2006/main" marL="0" marR="0" indent="685800" algn="l" defTabSz="2921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2900" b="1" i="0" u="none" cap="none" spc="0" baseline="0">
          <a:ln>
            <a:noFill/>
          </a:ln>
          <a:solidFill>
            <a:srgbClr val="013A8D"/>
          </a:solidFill>
          <a:latin typeface="Swis721 BT"/>
          <a:ea typeface="Swis721 BT"/>
          <a:cs typeface="Swis721 BT"/>
        </a:defRPr>
      </a:lvl7pPr>
      <a:lvl8pPr xmlns:a="http://schemas.openxmlformats.org/drawingml/2006/main" marL="0" marR="0" indent="800100" algn="l" defTabSz="2921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2900" b="1" i="0" u="none" cap="none" spc="0" baseline="0">
          <a:ln>
            <a:noFill/>
          </a:ln>
          <a:solidFill>
            <a:srgbClr val="013A8D"/>
          </a:solidFill>
          <a:latin typeface="Swis721 BT"/>
          <a:ea typeface="Swis721 BT"/>
          <a:cs typeface="Swis721 BT"/>
        </a:defRPr>
      </a:lvl8pPr>
      <a:lvl9pPr xmlns:a="http://schemas.openxmlformats.org/drawingml/2006/main" marL="0" marR="0" indent="914400" algn="l" defTabSz="29210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2900" b="1" i="0" u="none" cap="none" spc="0" baseline="0">
          <a:ln>
            <a:noFill/>
          </a:ln>
          <a:solidFill>
            <a:srgbClr val="013A8D"/>
          </a:solidFill>
          <a:latin typeface="Swis721 BT"/>
          <a:ea typeface="Swis721 BT"/>
          <a:cs typeface="Swis721 BT"/>
        </a:defRPr>
      </a:lvl9pPr>
    </p:titleStyle>
    <p:bodyStyle>
      <a:lvl1pPr xmlns:a="http://schemas.openxmlformats.org/drawingml/2006/main" marL="0" marR="0" indent="0" algn="l" defTabSz="292100">
        <a:lnSpc>
          <a:spcPct val="90000"/>
        </a:lnSpc>
        <a:spcBef>
          <a:spcPts val="750"/>
        </a:spcBef>
        <a:spcAft>
          <a:spcPts val="0"/>
        </a:spcAft>
        <a:buClrTx/>
        <a:buSzTx/>
        <a:buFontTx/>
        <a:buNone/>
        <a:defRPr sz="2000" b="0" i="0" u="none" cap="none" spc="0" baseline="0">
          <a:ln>
            <a:noFill/>
          </a:ln>
          <a:solidFill>
            <a:srgbClr val="013A8D"/>
          </a:solidFill>
          <a:latin typeface="+mj-lt"/>
          <a:ea typeface="+mj-lt"/>
          <a:cs typeface="+mj-lt"/>
        </a:defRPr>
      </a:lvl1pPr>
      <a:lvl2pPr xmlns:a="http://schemas.openxmlformats.org/drawingml/2006/main" marL="518583" marR="0" indent="-296333" algn="l" defTabSz="292100">
        <a:lnSpc>
          <a:spcPct val="100000"/>
        </a:lnSpc>
        <a:spcBef>
          <a:spcPts val="750"/>
        </a:spcBef>
        <a:spcAft>
          <a:spcPts val="0"/>
        </a:spcAft>
        <a:buClrTx/>
        <a:buSzPct val="75000"/>
        <a:buFontTx/>
        <a:buChar char="•"/>
        <a:defRPr sz="2000" b="0" i="0" u="none" cap="none" spc="0" baseline="0">
          <a:ln>
            <a:noFill/>
          </a:ln>
          <a:solidFill>
            <a:srgbClr val="003A8D"/>
          </a:solidFill>
          <a:latin typeface="Segoe UI Semilight"/>
          <a:ea typeface="Segoe UI Semilight"/>
          <a:cs typeface="Segoe UI Semilight"/>
        </a:defRPr>
      </a:lvl2pPr>
      <a:lvl3pPr xmlns:a="http://schemas.openxmlformats.org/drawingml/2006/main" marL="740833" marR="0" indent="-296333" algn="l" defTabSz="292100">
        <a:lnSpc>
          <a:spcPct val="100000"/>
        </a:lnSpc>
        <a:spcBef>
          <a:spcPts val="750"/>
        </a:spcBef>
        <a:spcAft>
          <a:spcPts val="0"/>
        </a:spcAft>
        <a:buClrTx/>
        <a:buSzPct val="75000"/>
        <a:buFontTx/>
        <a:buChar char="•"/>
        <a:defRPr sz="2000" b="0" i="0" u="none" cap="none" spc="0" baseline="0">
          <a:ln>
            <a:noFill/>
          </a:ln>
          <a:solidFill>
            <a:schemeClr val="accent1">
              <a:lumMod val="75000"/>
            </a:schemeClr>
          </a:solidFill>
          <a:latin typeface="Segoe UI Semilight"/>
          <a:ea typeface="Segoe UI Semilight"/>
          <a:cs typeface="Segoe UI Semilight"/>
        </a:defRPr>
      </a:lvl3pPr>
      <a:lvl4pPr xmlns:a="http://schemas.openxmlformats.org/drawingml/2006/main" marL="963083" marR="0" indent="-296333" algn="l" defTabSz="292100">
        <a:lnSpc>
          <a:spcPct val="100000"/>
        </a:lnSpc>
        <a:spcBef>
          <a:spcPts val="750"/>
        </a:spcBef>
        <a:spcAft>
          <a:spcPts val="0"/>
        </a:spcAft>
        <a:buClrTx/>
        <a:buSzPct val="75000"/>
        <a:buFontTx/>
        <a:buChar char="•"/>
        <a:defRPr sz="1600" b="0" i="0" u="none" cap="none" spc="0" baseline="0">
          <a:ln>
            <a:noFill/>
          </a:ln>
          <a:solidFill>
            <a:srgbClr val="013A8D"/>
          </a:solidFill>
          <a:latin typeface="Segoe UI Semilight"/>
          <a:ea typeface="Segoe UI Semilight"/>
          <a:cs typeface="Segoe UI Semilight"/>
        </a:defRPr>
      </a:lvl4pPr>
      <a:lvl5pPr xmlns:a="http://schemas.openxmlformats.org/drawingml/2006/main" marL="1185333" marR="0" indent="-296333" algn="l" defTabSz="292100">
        <a:lnSpc>
          <a:spcPct val="100000"/>
        </a:lnSpc>
        <a:spcBef>
          <a:spcPts val="750"/>
        </a:spcBef>
        <a:spcAft>
          <a:spcPts val="0"/>
        </a:spcAft>
        <a:buClrTx/>
        <a:buSzPct val="75000"/>
        <a:buFontTx/>
        <a:buChar char="•"/>
        <a:defRPr sz="1600" b="0" i="0" u="none" cap="none" spc="0" baseline="0">
          <a:ln>
            <a:noFill/>
          </a:ln>
          <a:solidFill>
            <a:srgbClr val="013A8D"/>
          </a:solidFill>
          <a:latin typeface="Segoe UI Semilight"/>
          <a:ea typeface="Segoe UI Semilight"/>
          <a:cs typeface="Segoe UI Semilight"/>
        </a:defRPr>
      </a:lvl5pPr>
      <a:lvl6pPr xmlns:a="http://schemas.openxmlformats.org/drawingml/2006/main" marL="1407583" marR="0" indent="-296333" algn="l" defTabSz="292100">
        <a:lnSpc>
          <a:spcPct val="90000"/>
        </a:lnSpc>
        <a:spcBef>
          <a:spcPts val="750"/>
        </a:spcBef>
        <a:spcAft>
          <a:spcPts val="0"/>
        </a:spcAft>
        <a:buClrTx/>
        <a:buSzPct val="75000"/>
        <a:buFontTx/>
        <a:buChar char="•"/>
        <a:defRPr sz="2400" b="0" i="0" u="none" cap="none" spc="0" baseline="0">
          <a:ln>
            <a:noFill/>
          </a:ln>
          <a:solidFill>
            <a:srgbClr val="013A8D"/>
          </a:solidFill>
          <a:latin typeface="Swis721 BT"/>
          <a:ea typeface="Swis721 BT"/>
          <a:cs typeface="Swis721 BT"/>
        </a:defRPr>
      </a:lvl6pPr>
      <a:lvl7pPr xmlns:a="http://schemas.openxmlformats.org/drawingml/2006/main" marL="1629833" marR="0" indent="-296333" algn="l" defTabSz="292100">
        <a:lnSpc>
          <a:spcPct val="90000"/>
        </a:lnSpc>
        <a:spcBef>
          <a:spcPts val="750"/>
        </a:spcBef>
        <a:spcAft>
          <a:spcPts val="0"/>
        </a:spcAft>
        <a:buClrTx/>
        <a:buSzPct val="75000"/>
        <a:buFontTx/>
        <a:buChar char="•"/>
        <a:defRPr sz="2400" b="0" i="0" u="none" cap="none" spc="0" baseline="0">
          <a:ln>
            <a:noFill/>
          </a:ln>
          <a:solidFill>
            <a:srgbClr val="013A8D"/>
          </a:solidFill>
          <a:latin typeface="Swis721 BT"/>
          <a:ea typeface="Swis721 BT"/>
          <a:cs typeface="Swis721 BT"/>
        </a:defRPr>
      </a:lvl7pPr>
      <a:lvl8pPr xmlns:a="http://schemas.openxmlformats.org/drawingml/2006/main" marL="1852083" marR="0" indent="-296333" algn="l" defTabSz="292100">
        <a:lnSpc>
          <a:spcPct val="90000"/>
        </a:lnSpc>
        <a:spcBef>
          <a:spcPts val="750"/>
        </a:spcBef>
        <a:spcAft>
          <a:spcPts val="0"/>
        </a:spcAft>
        <a:buClrTx/>
        <a:buSzPct val="75000"/>
        <a:buFontTx/>
        <a:buChar char="•"/>
        <a:defRPr sz="2400" b="0" i="0" u="none" cap="none" spc="0" baseline="0">
          <a:ln>
            <a:noFill/>
          </a:ln>
          <a:solidFill>
            <a:srgbClr val="013A8D"/>
          </a:solidFill>
          <a:latin typeface="Swis721 BT"/>
          <a:ea typeface="Swis721 BT"/>
          <a:cs typeface="Swis721 BT"/>
        </a:defRPr>
      </a:lvl8pPr>
      <a:lvl9pPr xmlns:a="http://schemas.openxmlformats.org/drawingml/2006/main" marL="2074333" marR="0" indent="-296333" algn="l" defTabSz="292100">
        <a:lnSpc>
          <a:spcPct val="90000"/>
        </a:lnSpc>
        <a:spcBef>
          <a:spcPts val="750"/>
        </a:spcBef>
        <a:spcAft>
          <a:spcPts val="0"/>
        </a:spcAft>
        <a:buClrTx/>
        <a:buSzPct val="75000"/>
        <a:buFontTx/>
        <a:buChar char="•"/>
        <a:defRPr sz="2400" b="0" i="0" u="none" cap="none" spc="0" baseline="0">
          <a:ln>
            <a:noFill/>
          </a:ln>
          <a:solidFill>
            <a:srgbClr val="013A8D"/>
          </a:solidFill>
          <a:latin typeface="Swis721 BT"/>
          <a:ea typeface="Swis721 BT"/>
          <a:cs typeface="Swis721 BT"/>
        </a:defRPr>
      </a:lvl9pPr>
    </p:bodyStyle>
    <p:otherStyle>
      <a:lvl1pPr xmlns:a="http://schemas.openxmlformats.org/drawingml/2006/main" marL="0" marR="0" indent="0" algn="l" defTabSz="2921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ln>
            <a:noFill/>
          </a:ln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0" marR="0" indent="114300" algn="l" defTabSz="2921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ln>
            <a:noFill/>
          </a:ln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0" marR="0" indent="228600" algn="l" defTabSz="2921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ln>
            <a:noFill/>
          </a:ln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0" marR="0" indent="342900" algn="l" defTabSz="2921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ln>
            <a:noFill/>
          </a:ln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0" marR="0" indent="457200" algn="l" defTabSz="2921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ln>
            <a:noFill/>
          </a:ln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marR="0" indent="571500" algn="l" defTabSz="2921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ln>
            <a:noFill/>
          </a:ln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marR="0" indent="685800" algn="l" defTabSz="2921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ln>
            <a:noFill/>
          </a:ln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marR="0" indent="800100" algn="l" defTabSz="2921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ln>
            <a:noFill/>
          </a:ln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marR="0" indent="914400" algn="l" defTabSz="2921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cap="none" spc="0" baseline="0">
          <a:ln>
            <a:noFill/>
          </a:ln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White">
  <a:themeElements>
    <a:clrScheme name="EINEW1">
      <a:dk1>
        <a:srgbClr val="002060"/>
      </a:dk1>
      <a:lt1>
        <a:srgbClr val="FFFFFF"/>
      </a:lt1>
      <a:dk2>
        <a:srgbClr val="002060"/>
      </a:dk2>
      <a:lt2>
        <a:srgbClr val="FFFFFF"/>
      </a:lt2>
      <a:accent1>
        <a:srgbClr val="515151"/>
      </a:accent1>
      <a:accent2>
        <a:srgbClr val="C00000"/>
      </a:accent2>
      <a:accent3>
        <a:srgbClr val="0089C8"/>
      </a:accent3>
      <a:accent4>
        <a:srgbClr val="FFC000"/>
      </a:accent4>
      <a:accent5>
        <a:srgbClr val="7F155F"/>
      </a:accent5>
      <a:accent6>
        <a:srgbClr val="00B050"/>
      </a:accent6>
      <a:hlink>
        <a:srgbClr val="002060"/>
      </a:hlink>
      <a:folHlink>
        <a:srgbClr val="C00000"/>
      </a:folHlink>
    </a:clrScheme>
    <a:fontScheme name="EI">
      <a:majorFont>
        <a:latin typeface="Segoe UI Semibold"/>
        <a:ea typeface=""/>
        <a:cs typeface=""/>
      </a:majorFont>
      <a:minorFont>
        <a:latin typeface="Segoe UI Light"/>
        <a:ea typeface=""/>
        <a:cs typeface=""/>
      </a:minorFont>
    </a:fontScheme>
    <a:fmtScheme name="EINEW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635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daf6ed63849ad" /><Relationship Type="http://schemas.openxmlformats.org/officeDocument/2006/relationships/image" Target="/ppt/media/image3.png" Id="R62b385be36514531" /><Relationship Type="http://schemas.openxmlformats.org/officeDocument/2006/relationships/image" Target="/ppt/media/image4.png" Id="R72f50df23cdd4c11" /><Relationship Type="http://schemas.openxmlformats.org/officeDocument/2006/relationships/image" Target="/ppt/media/image.jpeg" Id="Ra31e1d24bfc54e6b" /><Relationship Type="http://schemas.openxmlformats.org/officeDocument/2006/relationships/image" Target="/ppt/media/image5.png" Id="Ree1185580fa64358" /><Relationship Type="http://schemas.openxmlformats.org/officeDocument/2006/relationships/notesSlide" Target="/ppt/notesSlides/notesSlide1.xml" Id="R13bb682f8da84c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a12acc1790f046ab" /><Relationship Type="http://schemas.openxmlformats.org/officeDocument/2006/relationships/notesSlide" Target="/ppt/notesSlides/notesSlide2.xml" Id="R602f416dd2fb4f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b27b96187fd64e22" /><Relationship Type="http://schemas.openxmlformats.org/officeDocument/2006/relationships/notesSlide" Target="/ppt/notesSlides/notesSlide3.xml" Id="R7ad2fa15093d4a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7829935a48f84b9a" /><Relationship Type="http://schemas.openxmlformats.org/officeDocument/2006/relationships/notesSlide" Target="/ppt/notesSlides/notesSlide4.xml" Id="R3c66f78479ab49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e20125a4b1b344d9" /><Relationship Type="http://schemas.openxmlformats.org/officeDocument/2006/relationships/notesSlide" Target="/ppt/notesSlides/notesSlide5.xml" Id="R7f690020f1bf4a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d878b7ab726c4d05" /><Relationship Type="http://schemas.openxmlformats.org/officeDocument/2006/relationships/notesSlide" Target="/ppt/notesSlides/notesSlide6.xml" Id="Rc2404b007db74e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7e0c382c68214935" /><Relationship Type="http://schemas.openxmlformats.org/officeDocument/2006/relationships/notesSlide" Target="/ppt/notesSlides/notesSlide7.xml" Id="R87e3790b9d4b48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f156c21a77314e9b" /><Relationship Type="http://schemas.openxmlformats.org/officeDocument/2006/relationships/notesSlide" Target="/ppt/notesSlides/notesSlide8.xml" Id="Rad94e9350af843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bf5d65f91846db" /><Relationship Type="http://schemas.openxmlformats.org/officeDocument/2006/relationships/image" Target="/ppt/media/image6.png" Id="R2da61d9cf36d4656" /><Relationship Type="http://schemas.openxmlformats.org/officeDocument/2006/relationships/image" Target="/ppt/media/image7.png" Id="Ra603ff49dee44fd6" /><Relationship Type="http://schemas.openxmlformats.org/officeDocument/2006/relationships/notesSlide" Target="/ppt/notesSlides/notesSlide9.xml" Id="Rdd65d51acb614f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re 1">
            <a:extLst xmlns:a="http://schemas.openxmlformats.org/drawingml/2006/main">
              <a:ext uri="{FF2B5EF4-FFF2-40B4-BE49-F238E27FC236}">
                <a16:creationId xmlns:a16="http://schemas.microsoft.com/office/drawing/2014/main" id="{37162877-7165-4CA0-9737-CD5713BB489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266950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ln w="0">
                  <a:noFill/>
                  <a:prstDash val="solid"/>
                </a:ln>
                <a:solidFill>
                  <a:srgbClr val="0B2A4A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B2A4A"/>
                </a:solidFill>
                <a:latin typeface="Arial"/>
                <a:ea typeface="Arial"/>
                <a:cs typeface="Arial"/>
              </a:rPr>
              <a:t>Processus de</a:t>
            </a:r>
          </a:p>
          <a:p xmlns:a="http://schemas.openxmlformats.org/drawingml/2006/main">
            <a:pPr algn="l">
              <a:defRPr sz="5100" b="1">
                <a:ln w="0">
                  <a:noFill/>
                  <a:prstDash val="solid"/>
                </a:ln>
                <a:solidFill>
                  <a:srgbClr val="0B2A4A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E33B35"/>
                </a:solidFill>
                <a:latin typeface="Arial"/>
                <a:ea typeface="Arial"/>
                <a:cs typeface="Arial"/>
              </a:rPr>
              <a:t>débrief</a:t>
            </a:r>
          </a:p>
        </p:txBody>
      </p:sp>
      <p:pic>
        <p:nvPicPr>
          <p:cNvPr id="1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b385be365145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V="1">
            <a:off x="8324850" y="742950"/>
            <a:ext cx="2628900" cy="1752600"/>
          </a:xfrm>
          <a:prstGeom xmlns:a="http://schemas.openxmlformats.org/drawingml/2006/main" prst="roundRect">
            <a:avLst>
              <a:gd name="adj" fmla="val 5435"/>
            </a:avLst>
          </a:prstGeom>
        </p:spPr>
      </p:pic>
      <p:pic>
        <p:nvPicPr>
          <p:cNvPr id="1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f50df23cdd4c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20050" y="2781300"/>
            <a:ext cx="3238500" cy="1733550"/>
          </a:xfrm>
          <a:prstGeom xmlns:a="http://schemas.openxmlformats.org/drawingml/2006/main" prst="roundRect">
            <a:avLst>
              <a:gd name="adj" fmla="val 5495"/>
            </a:avLst>
          </a:prstGeom>
        </p:spPr>
      </p:pic>
      <p:pic>
        <p:nvPicPr>
          <p:cNvPr id="15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1e1d24bfc54e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5905500"/>
            <a:ext cx="1200150" cy="666750"/>
          </a:xfrm>
          <a:prstGeom xmlns:a="http://schemas.openxmlformats.org/drawingml/2006/main" prst="rect">
            <a:avLst/>
          </a:prstGeom>
        </p:spPr>
      </p:pic>
      <p:sp>
        <p:nvSpPr>
          <p:cNvPr id="7" name="Parchemin : horizontal 6">
            <a:extLst xmlns:a="http://schemas.openxmlformats.org/drawingml/2006/main">
              <a:ext uri="{FF2B5EF4-FFF2-40B4-BE49-F238E27FC236}">
                <a16:creationId xmlns:a16="http://schemas.microsoft.com/office/drawing/2014/main" id="{6256A075-571B-47A8-9821-2A94804A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953000" cy="514350"/>
          </a:xfrm>
          <a:prstGeom xmlns:a="http://schemas.openxmlformats.org/drawingml/2006/main" prst="horizontalScroll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2A4A"/>
                </a:solidFill>
                <a:latin typeface="Arial"/>
                <a:ea typeface="Arial"/>
                <a:cs typeface="Arial"/>
              </a:rPr>
              <a:t>BELRHITI HAJAR</a:t>
            </a:r>
            <a:r>
              <a:rPr sz="1650">
                <a:solidFill>
                  <a:srgbClr val="5B6B7A"/>
                </a:solidFill>
                <a:latin typeface="Arial"/>
                <a:ea typeface="Arial"/>
                <a:cs typeface="Arial"/>
              </a:rPr>
              <a:t>  •  Guide manager</a:t>
            </a:r>
          </a:p>
        </p:txBody>
      </p:sp>
      <p:pic>
        <p:nvPicPr>
          <p:cNvPr id="17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1185580fa643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38350" y="5791200"/>
            <a:ext cx="895350" cy="819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5231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numéro de diapositive 1">
            <a:extLst xmlns:a="http://schemas.openxmlformats.org/drawingml/2006/main">
              <a:ext uri="{FF2B5EF4-FFF2-40B4-BE49-F238E27FC236}">
                <a16:creationId xmlns:a16="http://schemas.microsoft.com/office/drawing/2014/main" id="{29DB8A40-0883-487A-82B9-CE8CE5DFA5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28600" y="6486525"/>
            <a:ext cx="304800" cy="2286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050" b="1">
                <a:solidFill>
                  <a:srgbClr val="5B6B7A"/>
                </a:solidFill>
                <a:latin typeface="Arial"/>
                <a:ea typeface="Arial"/>
                <a:cs typeface="Arial"/>
              </a:defRPr>
            </a:pPr>
            <a:fld id="{E2598689-54C9-18A7-3A19-ED76AA08988F}" type="slidenum">
              <a:rPr sz="1050" b="1" i="0" u="none" cap="none" spc="0">
                <a:ln>
                  <a:noFill/>
                </a:ln>
                <a:solidFill>
                  <a:srgbClr val="5B6B7A"/>
                </a:solidFill>
                <a:latin typeface="Arial"/>
                <a:ea typeface="Arial"/>
                <a:cs typeface="Arial"/>
              </a:rPr>
              <a:t>2</a:t>
            </a:fld>
            <a:endParaRPr sz="1200" b="0" i="0" u="none" kern="1200" cap="none" spc="0" baseline="0">
              <a:ln>
                <a:noFill/>
              </a:ln>
              <a:solidFill>
                <a:srgbClr val="666565"/>
              </a:solidFill>
              <a:latin typeface="Segoe UI Light"/>
              <a:ea typeface="Segoe UI Light"/>
              <a:cs typeface="Segoe UI Light"/>
            </a:endParaRPr>
          </a:p>
        </p:txBody>
      </p:sp>
      <p:sp>
        <p:nvSpPr>
          <p:cNvPr id="8" name="Espace réservé du contenu 2">
            <a:extLst xmlns:a="http://schemas.openxmlformats.org/drawingml/2006/main">
              <a:ext uri="{FF2B5EF4-FFF2-40B4-BE49-F238E27FC236}">
                <a16:creationId xmlns:a16="http://schemas.microsoft.com/office/drawing/2014/main" id="{675C0BB2-2DA1-4CDA-A268-A0879C24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"/>
            <a:ext cx="10439400" cy="581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marR="0" indent="0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sz="2000" b="0" i="0" u="none" cap="none" spc="0" baseline="0">
                <a:ln>
                  <a:noFill/>
                </a:ln>
                <a:solidFill>
                  <a:srgbClr val="013A8D"/>
                </a:solidFill>
                <a:latin typeface="+mj-lt"/>
                <a:ea typeface="+mj-lt"/>
                <a:cs typeface="+mj-lt"/>
              </a:defRPr>
            </a:lvl1pPr>
            <a:lvl2pPr marL="51858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000" b="0" i="0" u="none" cap="none" spc="0" baseline="0">
                <a:ln>
                  <a:noFill/>
                </a:ln>
                <a:solidFill>
                  <a:srgbClr val="003A8D"/>
                </a:solidFill>
                <a:latin typeface="Segoe UI Semilight"/>
                <a:ea typeface="Segoe UI Semilight"/>
                <a:cs typeface="Segoe UI Semilight"/>
              </a:defRPr>
            </a:lvl2pPr>
            <a:lvl3pPr marL="74083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000" b="0" i="0" u="none" cap="none" spc="0" baseline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latin typeface="Segoe UI Semilight"/>
                <a:ea typeface="Segoe UI Semilight"/>
                <a:cs typeface="Segoe UI Semilight"/>
              </a:defRPr>
            </a:lvl3pPr>
            <a:lvl4pPr marL="96308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1600" b="0" i="0" u="none" cap="none" spc="0" baseline="0">
                <a:ln>
                  <a:noFill/>
                </a:ln>
                <a:solidFill>
                  <a:srgbClr val="013A8D"/>
                </a:solidFill>
                <a:latin typeface="Segoe UI Semilight"/>
                <a:ea typeface="Segoe UI Semilight"/>
                <a:cs typeface="Segoe UI Semilight"/>
              </a:defRPr>
            </a:lvl4pPr>
            <a:lvl5pPr marL="118533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1600" b="0" i="0" u="none" cap="none" spc="0" baseline="0">
                <a:ln>
                  <a:noFill/>
                </a:ln>
                <a:solidFill>
                  <a:srgbClr val="013A8D"/>
                </a:solidFill>
                <a:latin typeface="Segoe UI Semilight"/>
                <a:ea typeface="Segoe UI Semilight"/>
                <a:cs typeface="Segoe UI Semilight"/>
              </a:defRPr>
            </a:lvl5pPr>
            <a:lvl6pPr marL="140758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6pPr>
            <a:lvl7pPr marL="162983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7pPr>
            <a:lvl8pPr marL="185208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8pPr>
            <a:lvl9pPr marL="207433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9pPr>
          </a:lstStyle>
          <a:p xmlns:a="http://schemas.openxmlformats.org/drawingml/2006/main">
            <a:pPr algn="l">
              <a:spcAft>
                <a:spcPts val="12"/>
              </a:spcAft>
              <a:defRPr sz="1650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A4A"/>
                </a:solidFill>
                <a:latin typeface="Arial"/>
                <a:ea typeface="Arial"/>
                <a:cs typeface="Arial"/>
              </a:rPr>
              <a:t>Le débrief transforme l’écoute en progrès mesurable</a:t>
            </a:r>
          </a:p>
          <a:p xmlns:a="http://schemas.openxmlformats.org/drawingml/2006/main">
            <a:pPr algn="l">
              <a:spcAft>
                <a:spcPts val="3"/>
              </a:spcAft>
              <a:defRPr sz="1650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E33B35"/>
                </a:solidFill>
                <a:latin typeface="Arial"/>
                <a:ea typeface="Arial"/>
                <a:cs typeface="Arial"/>
              </a:rPr>
              <a:t>DÉFINITION</a:t>
            </a:r>
          </a:p>
          <a:p xmlns:a="http://schemas.openxmlformats.org/drawingml/2006/main">
            <a:pPr algn="l">
              <a:spcAft>
                <a:spcPts val="9"/>
              </a:spcAft>
              <a:defRPr sz="1650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535"/>
                </a:solidFill>
                <a:latin typeface="Arial"/>
                <a:ea typeface="Arial"/>
                <a:cs typeface="Arial"/>
              </a:rPr>
              <a:t>Un échange structuré avec le collaborateur pour clarifier les points d’interrogation, comprendre les difficultés rencontrées et améliorer durablement la qualité.</a:t>
            </a:r>
          </a:p>
          <a:p xmlns:a="http://schemas.openxmlformats.org/drawingml/2006/main">
            <a:pPr algn="l">
              <a:spcAft>
                <a:spcPts val="3"/>
              </a:spcAft>
              <a:defRPr sz="1650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E33B35"/>
                </a:solidFill>
                <a:latin typeface="Arial"/>
                <a:ea typeface="Arial"/>
                <a:cs typeface="Arial"/>
              </a:rPr>
              <a:t>OBJECTIF</a:t>
            </a:r>
          </a:p>
          <a:p xmlns:a="http://schemas.openxmlformats.org/drawingml/2006/main">
            <a:pPr algn="l">
              <a:spcAft>
                <a:spcPts val="9"/>
              </a:spcAft>
              <a:defRPr sz="1650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535"/>
                </a:solidFill>
                <a:latin typeface="Arial"/>
                <a:ea typeface="Arial"/>
                <a:cs typeface="Arial"/>
              </a:rPr>
              <a:t>Faire ressortir ce qui est acquis, ce qui doit évoluer, la manière de progresser et les critères qui permettront de mesurer l’amélioration.</a:t>
            </a:r>
          </a:p>
          <a:p xmlns:a="http://schemas.openxmlformats.org/drawingml/2006/main">
            <a:pPr algn="l">
              <a:spcAft>
                <a:spcPts val="12"/>
              </a:spcAft>
              <a:defRPr sz="1650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A4A"/>
                </a:solidFill>
                <a:latin typeface="Arial"/>
                <a:ea typeface="Arial"/>
                <a:cs typeface="Arial"/>
              </a:rPr>
              <a:t>La logique à retenir : </a:t>
            </a:r>
            <a:r>
              <a:rPr sz="1500" b="1">
                <a:solidFill>
                  <a:srgbClr val="F4B400"/>
                </a:solidFill>
                <a:latin typeface="Arial"/>
                <a:ea typeface="Arial"/>
                <a:cs typeface="Arial"/>
              </a:rPr>
              <a:t>acquis → changement attendu → action → mesure de la progression</a:t>
            </a:r>
          </a:p>
          <a:p xmlns:a="http://schemas.openxmlformats.org/drawingml/2006/main">
            <a:pPr algn="l">
              <a:spcAft>
                <a:spcPts val="4"/>
              </a:spcAft>
              <a:defRPr sz="1650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E33B35"/>
                </a:solidFill>
                <a:latin typeface="Arial"/>
                <a:ea typeface="Arial"/>
                <a:cs typeface="Arial"/>
              </a:rPr>
              <a:t>LES 6 ÉTAPES</a:t>
            </a:r>
          </a:p>
          <a:p xmlns:a="http://schemas.openxmlformats.org/drawingml/2006/main">
            <a:pPr marL="26" indent="-14" algn="l">
              <a:spcAft>
                <a:spcPts val="2"/>
              </a:spcAft>
              <a:buChar char="1"/>
              <a:defRPr sz="1650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72535"/>
                </a:solidFill>
                <a:latin typeface="Arial"/>
                <a:ea typeface="Arial"/>
                <a:cs typeface="Arial"/>
              </a:rPr>
              <a:t>Rappeler le but : accompagner et améliorer.</a:t>
            </a:r>
          </a:p>
          <a:p xmlns:a="http://schemas.openxmlformats.org/drawingml/2006/main">
            <a:pPr marL="26" indent="-14" algn="l">
              <a:spcAft>
                <a:spcPts val="2"/>
              </a:spcAft>
              <a:buChar char="2"/>
              <a:defRPr sz="1650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72535"/>
                </a:solidFill>
                <a:latin typeface="Arial"/>
                <a:ea typeface="Arial"/>
                <a:cs typeface="Arial"/>
              </a:rPr>
              <a:t>Demander au collaborateur son ressenti et son auto-évaluation.</a:t>
            </a:r>
          </a:p>
          <a:p xmlns:a="http://schemas.openxmlformats.org/drawingml/2006/main">
            <a:pPr marL="26" indent="-14" algn="l">
              <a:spcAft>
                <a:spcPts val="2"/>
              </a:spcAft>
              <a:buChar char="3"/>
              <a:defRPr sz="1650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72535"/>
                </a:solidFill>
                <a:latin typeface="Arial"/>
                <a:ea typeface="Arial"/>
                <a:cs typeface="Arial"/>
              </a:rPr>
              <a:t>Créer un espace de parole transparent et factuel.</a:t>
            </a:r>
          </a:p>
          <a:p xmlns:a="http://schemas.openxmlformats.org/drawingml/2006/main">
            <a:pPr marL="26" indent="-14" algn="l">
              <a:spcAft>
                <a:spcPts val="2"/>
              </a:spcAft>
              <a:buChar char="4"/>
              <a:defRPr sz="1650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72535"/>
                </a:solidFill>
                <a:latin typeface="Arial"/>
                <a:ea typeface="Arial"/>
                <a:cs typeface="Arial"/>
              </a:rPr>
              <a:t>Questionner : qu’est-ce qui a été réussi ? que faut-il ajuster ?</a:t>
            </a:r>
          </a:p>
          <a:p xmlns:a="http://schemas.openxmlformats.org/drawingml/2006/main">
            <a:pPr marL="26" indent="-14" algn="l">
              <a:spcAft>
                <a:spcPts val="2"/>
              </a:spcAft>
              <a:buChar char="5"/>
              <a:defRPr sz="1650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72535"/>
                </a:solidFill>
                <a:latin typeface="Arial"/>
                <a:ea typeface="Arial"/>
                <a:cs typeface="Arial"/>
              </a:rPr>
              <a:t>Commencer par les points forts et encourager la progression.</a:t>
            </a:r>
          </a:p>
          <a:p xmlns:a="http://schemas.openxmlformats.org/drawingml/2006/main">
            <a:pPr marL="26" indent="-14" algn="l">
              <a:buChar char="6"/>
              <a:defRPr sz="1650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72535"/>
                </a:solidFill>
                <a:latin typeface="Arial"/>
                <a:ea typeface="Arial"/>
                <a:cs typeface="Arial"/>
              </a:rPr>
              <a:t>Définir les axes d’amélioration et convenir du suivi.</a:t>
            </a:r>
          </a:p>
        </p:txBody>
      </p:sp>
    </p:spTree>
    <p:extLst>
      <p:ext uri="{BB962C8B-B14F-4D97-AF65-F5344CB8AC3E}">
        <p14:creationId xmlns:p14="http://schemas.microsoft.com/office/powerpoint/2010/main" val="7511209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re 1">
            <a:extLst xmlns:a="http://schemas.openxmlformats.org/drawingml/2006/main">
              <a:ext uri="{FF2B5EF4-FFF2-40B4-BE49-F238E27FC236}">
                <a16:creationId xmlns:a16="http://schemas.microsoft.com/office/drawing/2014/main" id="{CA425DB1-36A5-4818-B3F0-BB74A225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14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  <a:effectLst xmlns:a="http://schemas.openxmlformats.org/drawingml/2006/main"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marR="0" indent="0" algn="l" defTabSz="2921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900" b="1" i="0" u="none" cap="none" spc="0" baseline="0">
                <a:ln>
                  <a:noFill/>
                </a:ln>
                <a:solidFill>
                  <a:srgbClr val="013A8D"/>
                </a:solidFill>
                <a:latin typeface="Segoe UI Light"/>
                <a:ea typeface="Segoe UI Light"/>
                <a:cs typeface="Segoe UI Light"/>
              </a:defRPr>
            </a:lvl1pPr>
            <a:lvl2pPr marL="0" marR="0" indent="114300" algn="l" defTabSz="2921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900" b="1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2pPr>
            <a:lvl3pPr marL="0" marR="0" indent="228600" algn="l" defTabSz="2921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900" b="1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3pPr>
            <a:lvl4pPr marL="0" marR="0" indent="342900" algn="l" defTabSz="2921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900" b="1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4pPr>
            <a:lvl5pPr marL="0" marR="0" indent="457200" algn="l" defTabSz="2921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900" b="1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5pPr>
            <a:lvl6pPr marL="0" marR="0" indent="571500" algn="l" defTabSz="2921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900" b="1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6pPr>
            <a:lvl7pPr marL="0" marR="0" indent="685800" algn="l" defTabSz="2921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900" b="1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7pPr>
            <a:lvl8pPr marL="0" marR="0" indent="800100" algn="l" defTabSz="2921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900" b="1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8pPr>
            <a:lvl9pPr marL="0" marR="0" indent="914400" algn="l" defTabSz="2921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900" b="1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0B2A4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ln w="0">
                  <a:noFill/>
                  <a:prstDash val="solid"/>
                </a:ln>
                <a:solidFill>
                  <a:srgbClr val="0B2A4A"/>
                </a:solidFill>
                <a:latin typeface="Arial"/>
                <a:ea typeface="Arial"/>
                <a:cs typeface="Arial"/>
              </a:rPr>
              <a:t>Un plan d’action concret et mesurable</a:t>
            </a:r>
          </a:p>
        </p:txBody>
      </p:sp>
      <p:sp>
        <p:nvSpPr>
          <p:cNvPr id="5" name="ZoneTexte 4">
            <a:extLst xmlns:a="http://schemas.openxmlformats.org/drawingml/2006/main">
              <a:ext uri="{FF2B5EF4-FFF2-40B4-BE49-F238E27FC236}">
                <a16:creationId xmlns:a16="http://schemas.microsoft.com/office/drawing/2014/main" id="{CE72E4D7-A31F-45E1-8BE2-506771CC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477500" cy="3931920"/>
          </a:xfrm>
          <a:prstGeom xmlns:a="http://schemas.openxmlformats.org/drawingml/2006/main" prst="roundRect">
            <a:avLst>
              <a:gd name="adj" fmla="val 3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/>
        </p:style>
        <p:txBody>
          <a:bodyPr xmlns:a="http://schemas.openxmlformats.org/drawingml/2006/main" wrap="square" lIns="209550" tIns="171450" rIns="209550" bIns="15240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5"/>
              </a:spcAft>
              <a:defRPr sz="1650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E33B35"/>
                </a:solidFill>
                <a:latin typeface="Arial"/>
                <a:ea typeface="Arial"/>
                <a:cs typeface="Arial"/>
              </a:rPr>
              <a:t>LA SÉQUENCE</a:t>
            </a:r>
          </a:p>
          <a:p xmlns:a="http://schemas.openxmlformats.org/drawingml/2006/main">
            <a:pPr algn="l">
              <a:spcAft>
                <a:spcPts val="18"/>
              </a:spcAft>
              <a:defRPr sz="1650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B2A4A"/>
                </a:solidFill>
                <a:latin typeface="Arial"/>
                <a:ea typeface="Arial"/>
                <a:cs typeface="Arial"/>
              </a:rPr>
              <a:t>Constat  →  Objectif  →  Action  →  Indicateur  →  Échéance  →  Suivi</a:t>
            </a:r>
          </a:p>
          <a:p xmlns:a="http://schemas.openxmlformats.org/drawingml/2006/main">
            <a:pPr algn="l">
              <a:spcAft>
                <a:spcPts val="8"/>
              </a:spcAft>
              <a:defRPr sz="1650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E33B35"/>
                </a:solidFill>
                <a:latin typeface="Arial"/>
                <a:ea typeface="Arial"/>
                <a:cs typeface="Arial"/>
              </a:rPr>
              <a:t>EXEMPLE — AMÉLIORER L’ÉCOUTE ACTIVE</a:t>
            </a:r>
          </a:p>
          <a:p xmlns:a="http://schemas.openxmlformats.org/drawingml/2006/main">
            <a:pPr algn="l">
              <a:spcAft>
                <a:spcPts val="5"/>
              </a:spcAft>
              <a:defRPr sz="1650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A4A"/>
                </a:solidFill>
                <a:latin typeface="Arial"/>
                <a:ea typeface="Arial"/>
                <a:cs typeface="Arial"/>
              </a:rPr>
              <a:t>Constat : </a:t>
            </a:r>
            <a:r>
              <a:rPr sz="1500">
                <a:solidFill>
                  <a:srgbClr val="172535"/>
                </a:solidFill>
                <a:latin typeface="Arial"/>
                <a:ea typeface="Arial"/>
                <a:cs typeface="Arial"/>
              </a:rPr>
              <a:t>le collaborateur coupe régulièrement la parole au client.</a:t>
            </a:r>
          </a:p>
          <a:p xmlns:a="http://schemas.openxmlformats.org/drawingml/2006/main">
            <a:pPr algn="l">
              <a:spcAft>
                <a:spcPts val="5"/>
              </a:spcAft>
              <a:defRPr sz="1650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A4A"/>
                </a:solidFill>
                <a:latin typeface="Arial"/>
                <a:ea typeface="Arial"/>
                <a:cs typeface="Arial"/>
              </a:rPr>
              <a:t>Objectif : </a:t>
            </a:r>
            <a:r>
              <a:rPr sz="1500">
                <a:solidFill>
                  <a:srgbClr val="172535"/>
                </a:solidFill>
                <a:latin typeface="Arial"/>
                <a:ea typeface="Arial"/>
                <a:cs typeface="Arial"/>
              </a:rPr>
              <a:t>améliorer l’écoute active.</a:t>
            </a:r>
          </a:p>
          <a:p xmlns:a="http://schemas.openxmlformats.org/drawingml/2006/main">
            <a:pPr algn="l">
              <a:spcAft>
                <a:spcPts val="5"/>
              </a:spcAft>
              <a:defRPr sz="1650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A4A"/>
                </a:solidFill>
                <a:latin typeface="Arial"/>
                <a:ea typeface="Arial"/>
                <a:cs typeface="Arial"/>
              </a:rPr>
              <a:t>Action : </a:t>
            </a:r>
            <a:r>
              <a:rPr sz="1500">
                <a:solidFill>
                  <a:srgbClr val="172535"/>
                </a:solidFill>
                <a:latin typeface="Arial"/>
                <a:ea typeface="Arial"/>
                <a:cs typeface="Arial"/>
              </a:rPr>
              <a:t>laisser le client terminer, recueillir l’essentiel et reformuler avant de répondre.</a:t>
            </a:r>
          </a:p>
          <a:p xmlns:a="http://schemas.openxmlformats.org/drawingml/2006/main">
            <a:pPr algn="l">
              <a:spcAft>
                <a:spcPts val="5"/>
              </a:spcAft>
              <a:defRPr sz="1650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A4A"/>
                </a:solidFill>
                <a:latin typeface="Arial"/>
                <a:ea typeface="Arial"/>
                <a:cs typeface="Arial"/>
              </a:rPr>
              <a:t>Indicateur : </a:t>
            </a:r>
            <a:r>
              <a:rPr sz="1500">
                <a:solidFill>
                  <a:srgbClr val="172535"/>
                </a:solidFill>
                <a:latin typeface="Arial"/>
                <a:ea typeface="Arial"/>
                <a:cs typeface="Arial"/>
              </a:rPr>
              <a:t>sur 5 appels, aucune interruption injustifiée et au moins une reformulation lorsque nécessaire.</a:t>
            </a:r>
          </a:p>
          <a:p xmlns:a="http://schemas.openxmlformats.org/drawingml/2006/main">
            <a:pPr algn="l">
              <a:defRPr sz="1650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A4A"/>
                </a:solidFill>
                <a:latin typeface="Arial"/>
                <a:ea typeface="Arial"/>
                <a:cs typeface="Arial"/>
              </a:rPr>
              <a:t>Échéance : </a:t>
            </a:r>
            <a:r>
              <a:rPr sz="1500">
                <a:solidFill>
                  <a:srgbClr val="172535"/>
                </a:solidFill>
                <a:latin typeface="Arial"/>
                <a:ea typeface="Arial"/>
                <a:cs typeface="Arial"/>
              </a:rPr>
              <a:t>2 semaines.</a:t>
            </a:r>
            <a:r>
              <a:rPr sz="1500" b="1">
                <a:solidFill>
                  <a:srgbClr val="0B2A4A"/>
                </a:solidFill>
                <a:latin typeface="Arial"/>
                <a:ea typeface="Arial"/>
                <a:cs typeface="Arial"/>
              </a:rPr>
              <a:t>     Suivi : </a:t>
            </a:r>
            <a:r>
              <a:rPr sz="1500">
                <a:solidFill>
                  <a:srgbClr val="172535"/>
                </a:solidFill>
                <a:latin typeface="Arial"/>
                <a:ea typeface="Arial"/>
                <a:cs typeface="Arial"/>
              </a:rPr>
              <a:t>nouvelle écoute de 5 appels.</a:t>
            </a:r>
          </a:p>
        </p:txBody>
      </p:sp>
      <p:sp>
        <p:nvSpPr>
          <p:cNvPr id="6" name="Flèche : bas 5">
            <a:extLst xmlns:a="http://schemas.openxmlformats.org/drawingml/2006/main">
              <a:ext uri="{FF2B5EF4-FFF2-40B4-BE49-F238E27FC236}">
                <a16:creationId xmlns:a16="http://schemas.microsoft.com/office/drawing/2014/main" id="{953F601E-1C98-446C-A929-1840DB63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952625"/>
            <a:ext cx="361950" cy="4000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4B400"/>
          </a:solidFill>
          <a:ln xmlns:a="http://schemas.openxmlformats.org/drawingml/2006/main" w="9525">
            <a:solidFill>
              <a:srgbClr val="F4B400"/>
            </a:solidFill>
            <a:prstDash val="solid"/>
          </a:ln>
          <a:effectLst xmlns:a="http://schemas.openxmlformats.org/drawingml/2006/main">
            <a:outerShdw blurRad="825500" dist="165100" dir="5400000" algn="t" rotWithShape="0">
              <a:prstClr val="black">
                <a:alpha val="20000"/>
              </a:prst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square" lIns="71437" tIns="71437" rIns="71437" bIns="71437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>
              <a:solidFill>
                <a:schemeClr val="bg1"/>
              </a:solidFill>
              <a:latin typeface="Swis721 BT Roman"/>
              <a:ea typeface="Swis721 BT Roman"/>
              <a:cs typeface="Swis721 BT Roman"/>
            </a:endParaRPr>
          </a:p>
        </p:txBody>
      </p:sp>
    </p:spTree>
    <p:extLst>
      <p:ext uri="{BB962C8B-B14F-4D97-AF65-F5344CB8AC3E}">
        <p14:creationId xmlns:p14="http://schemas.microsoft.com/office/powerpoint/2010/main" val="28960556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numéro de diapositive 1">
            <a:extLst xmlns:a="http://schemas.openxmlformats.org/drawingml/2006/main">
              <a:ext uri="{FF2B5EF4-FFF2-40B4-BE49-F238E27FC236}">
                <a16:creationId xmlns:a16="http://schemas.microsoft.com/office/drawing/2014/main" id="{6DD9C7F2-1FD7-46F1-9407-85181EC93D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28600" y="6486525"/>
            <a:ext cx="304800" cy="2286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B6B7A"/>
                </a:solidFill>
                <a:latin typeface="Arial"/>
                <a:ea typeface="Arial"/>
                <a:cs typeface="Arial"/>
              </a:defRPr>
            </a:pPr>
            <a:fld id="{EFD6AB9A-5F9E-5F59-51AB-3C8734130965}" type="slidenum">
              <a:rPr sz="1050" b="1">
                <a:solidFill>
                  <a:srgbClr val="5B6B7A"/>
                </a:solidFill>
                <a:latin typeface="Arial"/>
                <a:ea typeface="Arial"/>
                <a:cs typeface="Arial"/>
              </a:rPr>
              <a:t>4</a:t>
            </a:fld>
            <a:endParaRPr/>
          </a:p>
        </p:txBody>
      </p:sp>
      <p:sp>
        <p:nvSpPr>
          <p:cNvPr id="9" name="Rectangle : coins arrondis 8">
            <a:extLst xmlns:a="http://schemas.openxmlformats.org/drawingml/2006/main">
              <a:ext uri="{FF2B5EF4-FFF2-40B4-BE49-F238E27FC236}">
                <a16:creationId xmlns:a16="http://schemas.microsoft.com/office/drawing/2014/main" id="{6D24B1B2-045B-4C2D-AF1D-41F08E9B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905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2A4A"/>
          </a:solidFill>
          <a:ln xmlns:a="http://schemas.openxmlformats.org/drawingml/2006/main" w="19050">
            <a:solidFill>
              <a:srgbClr val="F4B400"/>
            </a:solidFill>
            <a:prstDash val="solid"/>
          </a:ln>
        </p:spPr>
        <p:style>
          <a:lnRef xmlns:a="http://schemas.openxmlformats.org/drawingml/2006/main" idx="2">
            <a:schemeClr val="dk1">
              <a:shade val="50000"/>
            </a:schemeClr>
          </a:lnRef>
          <a:fillRef xmlns:a="http://schemas.openxmlformats.org/drawingml/2006/main" idx="1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Spécifique</a:t>
            </a:r>
          </a:p>
        </p:txBody>
      </p:sp>
      <p:sp>
        <p:nvSpPr>
          <p:cNvPr id="10" name="Rectangle : coins arrondis 9">
            <a:extLst xmlns:a="http://schemas.openxmlformats.org/drawingml/2006/main">
              <a:ext uri="{FF2B5EF4-FFF2-40B4-BE49-F238E27FC236}">
                <a16:creationId xmlns:a16="http://schemas.microsoft.com/office/drawing/2014/main" id="{0A388489-9B1D-48E5-9748-F8FEBAD7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524000"/>
            <a:ext cx="1905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2A4A"/>
          </a:solidFill>
          <a:ln xmlns:a="http://schemas.openxmlformats.org/drawingml/2006/main" w="19050">
            <a:solidFill>
              <a:srgbClr val="F4B400"/>
            </a:solidFill>
            <a:prstDash val="solid"/>
          </a:ln>
        </p:spPr>
        <p:style>
          <a:lnRef xmlns:a="http://schemas.openxmlformats.org/drawingml/2006/main" idx="2">
            <a:schemeClr val="dk1">
              <a:shade val="50000"/>
            </a:schemeClr>
          </a:lnRef>
          <a:fillRef xmlns:a="http://schemas.openxmlformats.org/drawingml/2006/main" idx="1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Mesurable</a:t>
            </a:r>
          </a:p>
        </p:txBody>
      </p:sp>
      <p:sp>
        <p:nvSpPr>
          <p:cNvPr id="11" name="Rectangle : coins arrondis 10">
            <a:extLst xmlns:a="http://schemas.openxmlformats.org/drawingml/2006/main">
              <a:ext uri="{FF2B5EF4-FFF2-40B4-BE49-F238E27FC236}">
                <a16:creationId xmlns:a16="http://schemas.microsoft.com/office/drawing/2014/main" id="{FEBFCCDB-DB9D-47E4-B644-32DE741C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524000"/>
            <a:ext cx="1905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2A4A"/>
          </a:solidFill>
          <a:ln xmlns:a="http://schemas.openxmlformats.org/drawingml/2006/main" w="19050">
            <a:solidFill>
              <a:srgbClr val="F4B400"/>
            </a:solidFill>
            <a:prstDash val="solid"/>
          </a:ln>
        </p:spPr>
        <p:style>
          <a:lnRef xmlns:a="http://schemas.openxmlformats.org/drawingml/2006/main" idx="2">
            <a:schemeClr val="dk1">
              <a:shade val="50000"/>
            </a:schemeClr>
          </a:lnRef>
          <a:fillRef xmlns:a="http://schemas.openxmlformats.org/drawingml/2006/main" idx="1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Atteignable</a:t>
            </a:r>
          </a:p>
        </p:txBody>
      </p:sp>
      <p:sp>
        <p:nvSpPr>
          <p:cNvPr id="12" name="Rectangle : coins arrondis 11">
            <a:extLst xmlns:a="http://schemas.openxmlformats.org/drawingml/2006/main">
              <a:ext uri="{FF2B5EF4-FFF2-40B4-BE49-F238E27FC236}">
                <a16:creationId xmlns:a16="http://schemas.microsoft.com/office/drawing/2014/main" id="{22EF51DA-1A86-41FA-9FBE-6C20FB48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524000"/>
            <a:ext cx="1905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2A4A"/>
          </a:solidFill>
          <a:ln xmlns:a="http://schemas.openxmlformats.org/drawingml/2006/main" w="19050">
            <a:solidFill>
              <a:srgbClr val="F4B400"/>
            </a:solidFill>
            <a:prstDash val="solid"/>
          </a:ln>
        </p:spPr>
        <p:style>
          <a:lnRef xmlns:a="http://schemas.openxmlformats.org/drawingml/2006/main" idx="2">
            <a:schemeClr val="dk1">
              <a:shade val="50000"/>
            </a:schemeClr>
          </a:lnRef>
          <a:fillRef xmlns:a="http://schemas.openxmlformats.org/drawingml/2006/main" idx="1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Réaliste</a:t>
            </a:r>
          </a:p>
        </p:txBody>
      </p:sp>
      <p:sp>
        <p:nvSpPr>
          <p:cNvPr id="13" name="Rectangle : coins arrondis 12">
            <a:extLst xmlns:a="http://schemas.openxmlformats.org/drawingml/2006/main">
              <a:ext uri="{FF2B5EF4-FFF2-40B4-BE49-F238E27FC236}">
                <a16:creationId xmlns:a16="http://schemas.microsoft.com/office/drawing/2014/main" id="{BC15B3EC-A9C0-40F6-B322-C8C19755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524000"/>
            <a:ext cx="1905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2A4A"/>
          </a:solidFill>
          <a:ln xmlns:a="http://schemas.openxmlformats.org/drawingml/2006/main" w="19050">
            <a:solidFill>
              <a:srgbClr val="F4B400"/>
            </a:solidFill>
            <a:prstDash val="solid"/>
          </a:ln>
        </p:spPr>
        <p:style>
          <a:lnRef xmlns:a="http://schemas.openxmlformats.org/drawingml/2006/main" idx="2">
            <a:schemeClr val="dk1">
              <a:shade val="50000"/>
            </a:schemeClr>
          </a:lnRef>
          <a:fillRef xmlns:a="http://schemas.openxmlformats.org/drawingml/2006/main" idx="1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Temporalisé</a:t>
            </a:r>
          </a:p>
        </p:txBody>
      </p:sp>
      <p:sp>
        <p:nvSpPr>
          <p:cNvPr id="14" name="ZoneTexte 13">
            <a:extLst xmlns:a="http://schemas.openxmlformats.org/drawingml/2006/main">
              <a:ext uri="{FF2B5EF4-FFF2-40B4-BE49-F238E27FC236}">
                <a16:creationId xmlns:a16="http://schemas.microsoft.com/office/drawing/2014/main" id="{F7D720E2-F7CC-4B66-B769-CE21D3D9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239000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3600" b="1">
                <a:solidFill>
                  <a:srgbClr val="0B2A4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ln w="0">
                  <a:noFill/>
                  <a:prstDash val="solid"/>
                </a:ln>
                <a:solidFill>
                  <a:srgbClr val="0B2A4A"/>
                </a:solidFill>
                <a:latin typeface="Arial"/>
                <a:ea typeface="Arial"/>
                <a:cs typeface="Arial"/>
              </a:rPr>
              <a:t>Formuler des objectifs SMART</a:t>
            </a:r>
          </a:p>
        </p:txBody>
      </p:sp>
      <p:sp>
        <p:nvSpPr>
          <p:cNvPr id="22" name="Rectangle : coins arrondis 21">
            <a:extLst xmlns:a="http://schemas.openxmlformats.org/drawingml/2006/main">
              <a:ext uri="{FF2B5EF4-FFF2-40B4-BE49-F238E27FC236}">
                <a16:creationId xmlns:a16="http://schemas.microsoft.com/office/drawing/2014/main" id="{A5A43FED-85A4-4D0A-9215-CA7FFDA2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905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5"/>
            </a:solidFill>
            <a:prstDash val="solid"/>
          </a:ln>
          <a:effectLst xmlns:a="http://schemas.openxmlformats.org/drawingml/2006/main">
            <a:outerShdw blurRad="825500" dist="165100" dir="5400000" algn="t" rotWithShape="0">
              <a:prstClr val="black">
                <a:alpha val="20000"/>
              </a:prst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/>
        </p:style>
        <p:txBody>
          <a:bodyPr xmlns:a="http://schemas.openxmlformats.org/drawingml/2006/main" rot="0" spcFirstLastPara="1" vert="horz" wrap="square" lIns="114300" tIns="133350" rIns="114300" bIns="1333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535"/>
                </a:solidFill>
                <a:latin typeface="Arial"/>
                <a:ea typeface="Arial"/>
                <a:cs typeface="Arial"/>
              </a:rPr>
              <a:t>Décrit précisément le résultat attendu.</a:t>
            </a:r>
          </a:p>
        </p:txBody>
      </p:sp>
      <p:sp>
        <p:nvSpPr>
          <p:cNvPr id="24" name="Rectangle : coins arrondis 23">
            <a:extLst xmlns:a="http://schemas.openxmlformats.org/drawingml/2006/main">
              <a:ext uri="{FF2B5EF4-FFF2-40B4-BE49-F238E27FC236}">
                <a16:creationId xmlns:a16="http://schemas.microsoft.com/office/drawing/2014/main" id="{1805C39C-5532-4AF5-AE8E-F356FCB5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00300"/>
            <a:ext cx="1905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5"/>
            </a:solidFill>
            <a:prstDash val="solid"/>
          </a:ln>
          <a:effectLst xmlns:a="http://schemas.openxmlformats.org/drawingml/2006/main">
            <a:outerShdw blurRad="825500" dist="165100" dir="5400000" algn="t" rotWithShape="0">
              <a:prstClr val="black">
                <a:alpha val="20000"/>
              </a:prst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/>
        </p:style>
        <p:txBody>
          <a:bodyPr xmlns:a="http://schemas.openxmlformats.org/drawingml/2006/main" rot="0" spcFirstLastPara="1" vert="horz" wrap="square" lIns="114300" tIns="133350" rIns="114300" bIns="1333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535"/>
                </a:solidFill>
                <a:latin typeface="Arial"/>
                <a:ea typeface="Arial"/>
                <a:cs typeface="Arial"/>
              </a:rPr>
              <a:t>S’appuie sur un indicateur observable.</a:t>
            </a:r>
          </a:p>
        </p:txBody>
      </p:sp>
      <p:sp>
        <p:nvSpPr>
          <p:cNvPr id="25" name="Rectangle : coins arrondis 24">
            <a:extLst xmlns:a="http://schemas.openxmlformats.org/drawingml/2006/main">
              <a:ext uri="{FF2B5EF4-FFF2-40B4-BE49-F238E27FC236}">
                <a16:creationId xmlns:a16="http://schemas.microsoft.com/office/drawing/2014/main" id="{346D775D-D76B-47AC-B1F8-614E1862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00300"/>
            <a:ext cx="1905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5"/>
            </a:solidFill>
            <a:prstDash val="solid"/>
          </a:ln>
          <a:effectLst xmlns:a="http://schemas.openxmlformats.org/drawingml/2006/main">
            <a:outerShdw blurRad="825500" dist="165100" dir="5400000" algn="t" rotWithShape="0">
              <a:prstClr val="black">
                <a:alpha val="20000"/>
              </a:prst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/>
        </p:style>
        <p:txBody>
          <a:bodyPr xmlns:a="http://schemas.openxmlformats.org/drawingml/2006/main" rot="0" spcFirstLastPara="1" vert="horz" wrap="square" lIns="114300" tIns="133350" rIns="114300" bIns="1333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425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535"/>
                </a:solidFill>
                <a:latin typeface="Arial"/>
                <a:ea typeface="Arial"/>
                <a:cs typeface="Arial"/>
              </a:rPr>
              <a:t>Tient compte du niveau de départ.</a:t>
            </a:r>
          </a:p>
        </p:txBody>
      </p:sp>
      <p:sp>
        <p:nvSpPr>
          <p:cNvPr id="26" name="Rectangle : coins arrondis 25">
            <a:extLst xmlns:a="http://schemas.openxmlformats.org/drawingml/2006/main">
              <a:ext uri="{FF2B5EF4-FFF2-40B4-BE49-F238E27FC236}">
                <a16:creationId xmlns:a16="http://schemas.microsoft.com/office/drawing/2014/main" id="{12CABB22-5D43-47C9-A3DF-4C88DD0A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00300"/>
            <a:ext cx="1905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5"/>
            </a:solidFill>
            <a:prstDash val="solid"/>
          </a:ln>
          <a:effectLst xmlns:a="http://schemas.openxmlformats.org/drawingml/2006/main">
            <a:outerShdw blurRad="825500" dist="165100" dir="5400000" algn="t" rotWithShape="0">
              <a:prstClr val="black">
                <a:alpha val="20000"/>
              </a:prst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/>
        </p:style>
        <p:txBody>
          <a:bodyPr xmlns:a="http://schemas.openxmlformats.org/drawingml/2006/main" rot="0" spcFirstLastPara="1" vert="horz" wrap="square" lIns="114300" tIns="133350" rIns="114300" bIns="1333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425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535"/>
                </a:solidFill>
                <a:latin typeface="Arial"/>
                <a:ea typeface="Arial"/>
                <a:cs typeface="Arial"/>
              </a:rPr>
              <a:t>Répond aux besoins professionnels.</a:t>
            </a:r>
          </a:p>
        </p:txBody>
      </p:sp>
      <p:sp>
        <p:nvSpPr>
          <p:cNvPr id="27" name="Rectangle : coins arrondis 26">
            <a:extLst xmlns:a="http://schemas.openxmlformats.org/drawingml/2006/main">
              <a:ext uri="{FF2B5EF4-FFF2-40B4-BE49-F238E27FC236}">
                <a16:creationId xmlns:a16="http://schemas.microsoft.com/office/drawing/2014/main" id="{2AFFE78D-FF8F-4466-91AD-724604E5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00300"/>
            <a:ext cx="1905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5"/>
            </a:solidFill>
            <a:prstDash val="solid"/>
          </a:ln>
          <a:effectLst xmlns:a="http://schemas.openxmlformats.org/drawingml/2006/main">
            <a:outerShdw blurRad="825500" dist="165100" dir="5400000" algn="t" rotWithShape="0">
              <a:prstClr val="black">
                <a:alpha val="20000"/>
              </a:prstClr>
            </a:outerShdw>
          </a:effectLst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/>
        </p:style>
        <p:txBody>
          <a:bodyPr xmlns:a="http://schemas.openxmlformats.org/drawingml/2006/main" rot="0" spcFirstLastPara="1" vert="horz" wrap="square" lIns="114300" tIns="133350" rIns="114300" bIns="1333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425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72535"/>
                </a:solidFill>
                <a:latin typeface="Arial"/>
                <a:ea typeface="Arial"/>
                <a:cs typeface="Arial"/>
              </a:rPr>
              <a:t>Fixe une date ou une période claire.</a:t>
            </a:r>
          </a:p>
        </p:txBody>
      </p:sp>
    </p:spTree>
    <p:extLst>
      <p:ext uri="{BB962C8B-B14F-4D97-AF65-F5344CB8AC3E}">
        <p14:creationId xmlns:p14="http://schemas.microsoft.com/office/powerpoint/2010/main" val="18438897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049497B-36F3-462C-AFDD-94506A24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495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tailEnd type="triangle"/>
          </a:ln>
        </p:spPr>
        <p:style>
          <a:lnRef xmlns:a="http://schemas.openxmlformats.org/drawingml/2006/main" idx="2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5400" b="1" i="0" u="none" baseline="0">
              <a:ln w="22225">
                <a:solidFill>
                  <a:schemeClr val="accent2"/>
                </a:solidFill>
                <a:prstDash val="solid"/>
              </a:ln>
              <a:solidFill>
                <a:schemeClr val="tx2">
                  <a:lumMod val="90000"/>
                  <a:lumOff val="10000"/>
                </a:schemeClr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br/>
            <a:endParaRPr sz="1100"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100" b="0" i="0" u="none" cap="none" baseline="0">
              <a:ln>
                <a:noFill/>
              </a:ln>
              <a:solidFill>
                <a:schemeClr val="tx1"/>
              </a:solidFill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100"/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100" b="0" i="0" u="none" cap="none" baseline="0">
              <a:ln>
                <a:noFill/>
              </a:ln>
              <a:solidFill>
                <a:schemeClr val="tx1"/>
              </a:solidFill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100" b="0" i="0" u="none" cap="none" baseline="0">
              <a:ln>
                <a:noFill/>
              </a:ln>
              <a:solidFill>
                <a:schemeClr val="tx1"/>
              </a:solidFill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100"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100" b="0" i="0" u="none" cap="none" baseline="0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100"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100" b="0" i="0" u="none" cap="none" baseline="0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100"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100" b="0" i="0" u="none" cap="none" baseline="0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100"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1800" b="0" i="0" u="none" cap="none" baseline="0">
              <a:ln>
                <a:noFill/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40" name="Tableau 7"/>
          <p:cNvGraphicFramePr/>
          <p:nvPr/>
        </p:nvGraphicFramePr>
        <p:xfrm>
          <a:off xmlns:a="http://schemas.openxmlformats.org/drawingml/2006/main" x="876300" y="1676400"/>
          <a:ext xmlns:a="http://schemas.openxmlformats.org/drawingml/2006/main" cx="10439400" cy="381000"/>
        </p:xfrm>
        <a:graphic xmlns:a="http://schemas.openxmlformats.org/drawingml/2006/main"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86000"/>
                <a:gridCol w="1809750"/>
                <a:gridCol w="2571750"/>
                <a:gridCol w="2238375"/>
                <a:gridCol w="1533525"/>
              </a:tblGrid>
              <a:tr h="381000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Constat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7150" marB="57150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Objectif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7150" marB="57150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Action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7150" marB="57150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Indicateur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7150" marB="57150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Délai &amp; approche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7150" marB="57150" anchor="ctr">
                    <a:solidFill>
                      <a:srgbClr val="0B2A4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au 8"/>
          <p:cNvGraphicFramePr/>
          <p:nvPr/>
        </p:nvGraphicFramePr>
        <p:xfrm>
          <a:off xmlns:a="http://schemas.openxmlformats.org/drawingml/2006/main" x="876300" y="4229100"/>
          <a:ext xmlns:a="http://schemas.openxmlformats.org/drawingml/2006/main" cx="10439400" cy="895350"/>
        </p:xfrm>
        <a:graphic xmlns:a="http://schemas.openxmlformats.org/drawingml/2006/main"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86000"/>
                <a:gridCol w="1809750"/>
                <a:gridCol w="2571750"/>
                <a:gridCol w="2238375"/>
                <a:gridCol w="1533525"/>
              </a:tblGrid>
              <a:tr h="895350"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72535"/>
                          </a:solidFill>
                          <a:latin typeface="Arial"/>
                          <a:ea typeface="Arial"/>
                          <a:cs typeface="Arial"/>
                        </a:rPr>
                        <a:t>Questionnement correct mais incomplet.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72535"/>
                          </a:solidFill>
                          <a:latin typeface="Arial"/>
                          <a:ea typeface="Arial"/>
                          <a:cs typeface="Arial"/>
                        </a:rPr>
                        <a:t>Approfondir le besoin client.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7150" marB="57150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72535"/>
                          </a:solidFill>
                          <a:latin typeface="Arial"/>
                          <a:ea typeface="Arial"/>
                          <a:cs typeface="Arial"/>
                        </a:rPr>
                        <a:t>Poser 2 à 3 questions pertinentes avant de proposer une solution.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72535"/>
                          </a:solidFill>
                          <a:latin typeface="Arial"/>
                          <a:ea typeface="Arial"/>
                          <a:cs typeface="Arial"/>
                        </a:rPr>
                        <a:t>Besoin clairement identifié sur 4 appels sur 5.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7150" marB="57150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72535"/>
                          </a:solidFill>
                          <a:latin typeface="Arial"/>
                          <a:ea typeface="Arial"/>
                          <a:cs typeface="Arial"/>
                        </a:rPr>
                        <a:t>2 semaines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/>
                      <a:r>
                        <a:rPr sz="1050" b="0">
                          <a:solidFill>
                            <a:srgbClr val="172535"/>
                          </a:solidFill>
                          <a:latin typeface="Arial"/>
                          <a:ea typeface="Arial"/>
                          <a:cs typeface="Arial"/>
                        </a:rPr>
                        <a:t>Accompagnement rapproché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2" name="Tableau 9"/>
          <p:cNvGraphicFramePr/>
          <p:nvPr/>
        </p:nvGraphicFramePr>
        <p:xfrm>
          <a:off xmlns:a="http://schemas.openxmlformats.org/drawingml/2006/main" x="876300" y="3829050"/>
          <a:ext xmlns:a="http://schemas.openxmlformats.org/drawingml/2006/main" cx="10439400" cy="381000"/>
        </p:xfrm>
        <a:graphic xmlns:a="http://schemas.openxmlformats.org/drawingml/2006/main"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86000"/>
                <a:gridCol w="1809750"/>
                <a:gridCol w="2571750"/>
                <a:gridCol w="2238375"/>
                <a:gridCol w="1533525"/>
              </a:tblGrid>
              <a:tr h="381000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Constat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7150" marB="57150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Objectif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7150" marB="57150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Action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7150" marB="57150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Indicateur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7150" marB="57150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Délai &amp; approche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7150" marB="57150" anchor="ctr">
                    <a:solidFill>
                      <a:srgbClr val="0B2A4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" name="Tableau 10"/>
          <p:cNvGraphicFramePr/>
          <p:nvPr/>
        </p:nvGraphicFramePr>
        <p:xfrm>
          <a:off xmlns:a="http://schemas.openxmlformats.org/drawingml/2006/main" x="876300" y="2076450"/>
          <a:ext xmlns:a="http://schemas.openxmlformats.org/drawingml/2006/main" cx="10439400" cy="895350"/>
        </p:xfrm>
        <a:graphic xmlns:a="http://schemas.openxmlformats.org/drawingml/2006/main"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86000"/>
                <a:gridCol w="1809750"/>
                <a:gridCol w="2571750"/>
                <a:gridCol w="2238375"/>
                <a:gridCol w="1533525"/>
              </a:tblGrid>
              <a:tr h="895350"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72535"/>
                          </a:solidFill>
                          <a:latin typeface="Arial"/>
                          <a:ea typeface="Arial"/>
                          <a:cs typeface="Arial"/>
                        </a:rPr>
                        <a:t>Coupe la parole et répond avant d’avoir compris la demande.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72535"/>
                          </a:solidFill>
                          <a:latin typeface="Arial"/>
                          <a:ea typeface="Arial"/>
                          <a:cs typeface="Arial"/>
                        </a:rPr>
                        <a:t>Améliorer l’écoute active.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7150" marB="57150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72535"/>
                          </a:solidFill>
                          <a:latin typeface="Arial"/>
                          <a:ea typeface="Arial"/>
                          <a:cs typeface="Arial"/>
                        </a:rPr>
                        <a:t>Laisser le client terminer, recueillir l’essentiel, puis reformuler.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72535"/>
                          </a:solidFill>
                          <a:latin typeface="Arial"/>
                          <a:ea typeface="Arial"/>
                          <a:cs typeface="Arial"/>
                        </a:rPr>
                        <a:t>4 appels sur 5 avec écoute et reformulation conformes.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7150" marB="57150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l"/>
                      <a:r>
                        <a:rPr sz="1050" b="0">
                          <a:solidFill>
                            <a:srgbClr val="172535"/>
                          </a:solidFill>
                          <a:latin typeface="Arial"/>
                          <a:ea typeface="Arial"/>
                          <a:cs typeface="Arial"/>
                        </a:rPr>
                        <a:t>1 semaine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/>
                      <a:r>
                        <a:rPr sz="1050" b="0">
                          <a:solidFill>
                            <a:srgbClr val="172535"/>
                          </a:solidFill>
                          <a:latin typeface="Arial"/>
                          <a:ea typeface="Arial"/>
                          <a:cs typeface="Arial"/>
                        </a:rPr>
                        <a:t>Coaching &amp; perfectionnement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7150" marB="571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ZoneTexte 30">
            <a:extLst xmlns:a="http://schemas.openxmlformats.org/drawingml/2006/main">
              <a:ext uri="{FF2B5EF4-FFF2-40B4-BE49-F238E27FC236}">
                <a16:creationId xmlns:a16="http://schemas.microsoft.com/office/drawing/2014/main" id="{6C6EBF05-4772-475E-81EF-C4961150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00150"/>
            <a:ext cx="4095750" cy="691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 defTabSz="584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250" b="1">
                <a:solidFill>
                  <a:srgbClr val="173B63"/>
                </a:solidFill>
                <a:latin typeface="Arial"/>
                <a:ea typeface="Arial"/>
                <a:cs typeface="Arial"/>
              </a:defRPr>
            </a:pPr>
            <a:r>
              <a:rPr sz="2250" b="1" i="0" u="none" cap="none" spc="0">
                <a:ln w="0">
                  <a:noFill/>
                  <a:prstDash val="solid"/>
                </a:ln>
                <a:solidFill>
                  <a:srgbClr val="173B63"/>
                </a:solidFill>
                <a:latin typeface="Arial"/>
                <a:ea typeface="Arial"/>
                <a:cs typeface="Arial"/>
              </a:rPr>
              <a:t>CC — niveau moyen</a:t>
            </a:r>
          </a:p>
        </p:txBody>
      </p:sp>
      <p:sp>
        <p:nvSpPr>
          <p:cNvPr id="32" name="ZoneTexte 31">
            <a:extLst xmlns:a="http://schemas.openxmlformats.org/drawingml/2006/main">
              <a:ext uri="{FF2B5EF4-FFF2-40B4-BE49-F238E27FC236}">
                <a16:creationId xmlns:a16="http://schemas.microsoft.com/office/drawing/2014/main" id="{9644C4E5-6159-4E81-857A-EE34985B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4095750" cy="691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 defTabSz="584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250" b="1">
                <a:solidFill>
                  <a:srgbClr val="E33B35"/>
                </a:solidFill>
                <a:latin typeface="Arial"/>
                <a:ea typeface="Arial"/>
                <a:cs typeface="Arial"/>
              </a:defRPr>
            </a:pPr>
            <a:r>
              <a:rPr sz="2250" b="1" i="0" u="none" cap="none" spc="0">
                <a:ln w="0">
                  <a:noFill/>
                  <a:prstDash val="solid"/>
                </a:ln>
                <a:solidFill>
                  <a:srgbClr val="E33B35"/>
                </a:solidFill>
                <a:latin typeface="Arial"/>
                <a:ea typeface="Arial"/>
                <a:cs typeface="Arial"/>
              </a:rPr>
              <a:t>CC — niveau faible</a:t>
            </a:r>
          </a:p>
        </p:txBody>
      </p:sp>
      <p:sp>
        <p:nvSpPr>
          <p:cNvPr id="33" name="ZoneTexte 32">
            <a:extLst xmlns:a="http://schemas.openxmlformats.org/drawingml/2006/main">
              <a:ext uri="{FF2B5EF4-FFF2-40B4-BE49-F238E27FC236}">
                <a16:creationId xmlns:a16="http://schemas.microsoft.com/office/drawing/2014/main" id="{EBFD42BC-74EB-4FD6-AD01-F395E97A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9906000" cy="1130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/>
        </p:style>
        <p:txBody>
          <a:bodyPr xmlns:a="http://schemas.openxmlformats.org/drawingml/2006/main" rot="0" spcFirstLastPara="1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 defTabSz="292100">
              <a:lnSpc>
                <a:spcPct val="90000"/>
              </a:lnSpc>
              <a:buNone/>
              <a:defRPr sz="3450" b="1">
                <a:solidFill>
                  <a:srgbClr val="0B2A4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ln w="0">
                  <a:noFill/>
                  <a:prstDash val="solid"/>
                </a:ln>
                <a:solidFill>
                  <a:srgbClr val="0B2A4A"/>
                </a:solidFill>
                <a:latin typeface="Arial"/>
                <a:ea typeface="Arial"/>
                <a:cs typeface="Arial"/>
              </a:rPr>
              <a:t>Profils et méthodes d’accompagnement</a:t>
            </a:r>
          </a:p>
        </p:txBody>
      </p:sp>
    </p:spTree>
    <p:extLst>
      <p:ext uri="{BB962C8B-B14F-4D97-AF65-F5344CB8AC3E}">
        <p14:creationId xmlns:p14="http://schemas.microsoft.com/office/powerpoint/2010/main" val="33157036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re 1">
            <a:extLst xmlns:a="http://schemas.openxmlformats.org/drawingml/2006/main">
              <a:ext uri="{FF2B5EF4-FFF2-40B4-BE49-F238E27FC236}">
                <a16:creationId xmlns:a16="http://schemas.microsoft.com/office/drawing/2014/main" id="{477C09AB-2961-4D4B-B5AD-146950EA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  <a:effectLst xmlns:a="http://schemas.openxmlformats.org/drawingml/2006/main"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marR="0" indent="0" algn="l" defTabSz="2921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900" b="1" i="0" u="none" cap="none" spc="0" baseline="0">
                <a:ln>
                  <a:noFill/>
                </a:ln>
                <a:solidFill>
                  <a:srgbClr val="013A8D"/>
                </a:solidFill>
                <a:latin typeface="Segoe UI Light"/>
                <a:ea typeface="Segoe UI Light"/>
                <a:cs typeface="Segoe UI Light"/>
              </a:defRPr>
            </a:lvl1pPr>
            <a:lvl2pPr marL="0" marR="0" indent="114300" algn="l" defTabSz="2921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900" b="1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2pPr>
            <a:lvl3pPr marL="0" marR="0" indent="228600" algn="l" defTabSz="2921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900" b="1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3pPr>
            <a:lvl4pPr marL="0" marR="0" indent="342900" algn="l" defTabSz="2921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900" b="1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4pPr>
            <a:lvl5pPr marL="0" marR="0" indent="457200" algn="l" defTabSz="2921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900" b="1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5pPr>
            <a:lvl6pPr marL="0" marR="0" indent="571500" algn="l" defTabSz="2921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900" b="1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6pPr>
            <a:lvl7pPr marL="0" marR="0" indent="685800" algn="l" defTabSz="2921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900" b="1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7pPr>
            <a:lvl8pPr marL="0" marR="0" indent="800100" algn="l" defTabSz="2921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900" b="1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8pPr>
            <a:lvl9pPr marL="0" marR="0" indent="914400" algn="l" defTabSz="2921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900" b="1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B2A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ln w="0">
                  <a:noFill/>
                  <a:prstDash val="solid"/>
                </a:ln>
                <a:solidFill>
                  <a:srgbClr val="0B2A4A"/>
                </a:solidFill>
                <a:latin typeface="Arial"/>
                <a:ea typeface="Arial"/>
                <a:cs typeface="Arial"/>
              </a:rPr>
              <a:t>Fiche de débrief — analyse d’appel</a:t>
            </a:r>
          </a:p>
        </p:txBody>
      </p:sp>
      <p:sp>
        <p:nvSpPr>
          <p:cNvPr id="3" name="Espace réservé du contenu 4">
            <a:extLst xmlns:a="http://schemas.openxmlformats.org/drawingml/2006/main">
              <a:ext uri="{FF2B5EF4-FFF2-40B4-BE49-F238E27FC236}">
                <a16:creationId xmlns:a16="http://schemas.microsoft.com/office/drawing/2014/main" id="{5797A04F-41AA-4D0B-A53A-B2DC5B54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57300"/>
            <a:ext cx="10477500" cy="4953000"/>
          </a:xfrm>
          <a:prstGeom xmlns:a="http://schemas.openxmlformats.org/drawingml/2006/main" prst="roundRect">
            <a:avLst>
              <a:gd name="adj" fmla="val 2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228600" tIns="190500" rIns="228600" bIns="171450" anchor="t">
            <a:noAutofit/>
          </a:bodyPr>
          <a:lstStyle xmlns:a="http://schemas.openxmlformats.org/drawingml/2006/main">
            <a:lvl1pPr marL="0" marR="0" indent="0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sz="2000" b="0" i="0" u="none" cap="none" spc="0" baseline="0">
                <a:ln>
                  <a:noFill/>
                </a:ln>
                <a:solidFill>
                  <a:srgbClr val="013A8D"/>
                </a:solidFill>
                <a:latin typeface="+mj-lt"/>
                <a:ea typeface="+mj-lt"/>
                <a:cs typeface="+mj-lt"/>
              </a:defRPr>
            </a:lvl1pPr>
            <a:lvl2pPr marL="51858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000" b="0" i="0" u="none" cap="none" spc="0" baseline="0">
                <a:ln>
                  <a:noFill/>
                </a:ln>
                <a:solidFill>
                  <a:srgbClr val="003A8D"/>
                </a:solidFill>
                <a:latin typeface="Segoe UI Semilight"/>
                <a:ea typeface="Segoe UI Semilight"/>
                <a:cs typeface="Segoe UI Semilight"/>
              </a:defRPr>
            </a:lvl2pPr>
            <a:lvl3pPr marL="74083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000" b="0" i="0" u="none" cap="none" spc="0" baseline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latin typeface="Segoe UI Semilight"/>
                <a:ea typeface="Segoe UI Semilight"/>
                <a:cs typeface="Segoe UI Semilight"/>
              </a:defRPr>
            </a:lvl3pPr>
            <a:lvl4pPr marL="96308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1600" b="0" i="0" u="none" cap="none" spc="0" baseline="0">
                <a:ln>
                  <a:noFill/>
                </a:ln>
                <a:solidFill>
                  <a:srgbClr val="013A8D"/>
                </a:solidFill>
                <a:latin typeface="Segoe UI Semilight"/>
                <a:ea typeface="Segoe UI Semilight"/>
                <a:cs typeface="Segoe UI Semilight"/>
              </a:defRPr>
            </a:lvl4pPr>
            <a:lvl5pPr marL="118533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1600" b="0" i="0" u="none" cap="none" spc="0" baseline="0">
                <a:ln>
                  <a:noFill/>
                </a:ln>
                <a:solidFill>
                  <a:srgbClr val="013A8D"/>
                </a:solidFill>
                <a:latin typeface="Segoe UI Semilight"/>
                <a:ea typeface="Segoe UI Semilight"/>
                <a:cs typeface="Segoe UI Semilight"/>
              </a:defRPr>
            </a:lvl5pPr>
            <a:lvl6pPr marL="140758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6pPr>
            <a:lvl7pPr marL="162983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7pPr>
            <a:lvl8pPr marL="185208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8pPr>
            <a:lvl9pPr marL="207433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9pPr>
          </a:lstStyle>
          <a:p xmlns:a="http://schemas.openxmlformats.org/drawingml/2006/main">
            <a:pPr algn="l">
              <a:spcAft>
                <a:spcPts val="6"/>
              </a:spcAft>
              <a:defRPr sz="1500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E33B35"/>
                </a:solidFill>
                <a:latin typeface="Arial"/>
                <a:ea typeface="Arial"/>
                <a:cs typeface="Arial"/>
              </a:rPr>
              <a:t>INFORMATIONS GÉNÉRALES</a:t>
            </a:r>
          </a:p>
          <a:p xmlns:a="http://schemas.openxmlformats.org/drawingml/2006/main">
            <a:pPr algn="l">
              <a:spcAft>
                <a:spcPts val="4"/>
              </a:spcAft>
              <a:defRPr sz="1500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0B2A4A"/>
                </a:solidFill>
                <a:latin typeface="Arial"/>
                <a:ea typeface="Arial"/>
                <a:cs typeface="Arial"/>
              </a:rPr>
              <a:t>Collaborateur : </a:t>
            </a:r>
            <a:r>
              <a:rPr sz="1400">
                <a:solidFill>
                  <a:srgbClr val="172535"/>
                </a:solidFill>
                <a:latin typeface="Arial"/>
                <a:ea typeface="Arial"/>
                <a:cs typeface="Arial"/>
              </a:rPr>
              <a:t>__________________     </a:t>
            </a:r>
            <a:r>
              <a:rPr sz="1400" b="1">
                <a:solidFill>
                  <a:srgbClr val="0B2A4A"/>
                </a:solidFill>
                <a:latin typeface="Arial"/>
                <a:ea typeface="Arial"/>
                <a:cs typeface="Arial"/>
              </a:rPr>
              <a:t>Manager : </a:t>
            </a:r>
            <a:r>
              <a:rPr sz="1400">
                <a:solidFill>
                  <a:srgbClr val="172535"/>
                </a:solidFill>
                <a:latin typeface="Arial"/>
                <a:ea typeface="Arial"/>
                <a:cs typeface="Arial"/>
              </a:rPr>
              <a:t>__________________</a:t>
            </a:r>
          </a:p>
          <a:p xmlns:a="http://schemas.openxmlformats.org/drawingml/2006/main">
            <a:pPr algn="l">
              <a:spcAft>
                <a:spcPts val="4"/>
              </a:spcAft>
              <a:defRPr sz="1500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0B2A4A"/>
                </a:solidFill>
                <a:latin typeface="Arial"/>
                <a:ea typeface="Arial"/>
                <a:cs typeface="Arial"/>
              </a:rPr>
              <a:t>Date : </a:t>
            </a:r>
            <a:r>
              <a:rPr sz="1400">
                <a:solidFill>
                  <a:srgbClr val="172535"/>
                </a:solidFill>
                <a:latin typeface="Arial"/>
                <a:ea typeface="Arial"/>
                <a:cs typeface="Arial"/>
              </a:rPr>
              <a:t>____ / ____ / ____     </a:t>
            </a:r>
            <a:r>
              <a:rPr sz="1400" b="1">
                <a:solidFill>
                  <a:srgbClr val="0B2A4A"/>
                </a:solidFill>
                <a:latin typeface="Arial"/>
                <a:ea typeface="Arial"/>
                <a:cs typeface="Arial"/>
              </a:rPr>
              <a:t>Période analysée : </a:t>
            </a:r>
            <a:r>
              <a:rPr sz="1400">
                <a:solidFill>
                  <a:srgbClr val="172535"/>
                </a:solidFill>
                <a:latin typeface="Arial"/>
                <a:ea typeface="Arial"/>
                <a:cs typeface="Arial"/>
              </a:rPr>
              <a:t>__________________</a:t>
            </a:r>
          </a:p>
          <a:p xmlns:a="http://schemas.openxmlformats.org/drawingml/2006/main">
            <a:pPr algn="l">
              <a:spcAft>
                <a:spcPts val="12"/>
              </a:spcAft>
              <a:defRPr sz="1500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0B2A4A"/>
                </a:solidFill>
                <a:latin typeface="Arial"/>
                <a:ea typeface="Arial"/>
                <a:cs typeface="Arial"/>
              </a:rPr>
              <a:t>Nombre d’appels écoutés : </a:t>
            </a:r>
            <a:r>
              <a:rPr sz="1400">
                <a:solidFill>
                  <a:srgbClr val="172535"/>
                </a:solidFill>
                <a:latin typeface="Arial"/>
                <a:ea typeface="Arial"/>
                <a:cs typeface="Arial"/>
              </a:rPr>
              <a:t>_____     </a:t>
            </a:r>
            <a:r>
              <a:rPr sz="1400" b="1">
                <a:solidFill>
                  <a:srgbClr val="0B2A4A"/>
                </a:solidFill>
                <a:latin typeface="Arial"/>
                <a:ea typeface="Arial"/>
                <a:cs typeface="Arial"/>
              </a:rPr>
              <a:t>Type d’appels : </a:t>
            </a:r>
            <a:r>
              <a:rPr sz="1400">
                <a:solidFill>
                  <a:srgbClr val="172535"/>
                </a:solidFill>
                <a:latin typeface="Arial"/>
                <a:ea typeface="Arial"/>
                <a:cs typeface="Arial"/>
              </a:rPr>
              <a:t>__________________</a:t>
            </a:r>
          </a:p>
          <a:p xmlns:a="http://schemas.openxmlformats.org/drawingml/2006/main">
            <a:pPr algn="l">
              <a:spcAft>
                <a:spcPts val="6"/>
              </a:spcAft>
              <a:defRPr sz="1500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E33B35"/>
                </a:solidFill>
                <a:latin typeface="Arial"/>
                <a:ea typeface="Arial"/>
                <a:cs typeface="Arial"/>
              </a:rPr>
              <a:t>ANALYSE DE L’APPEL</a:t>
            </a:r>
          </a:p>
          <a:p xmlns:a="http://schemas.openxmlformats.org/drawingml/2006/main">
            <a:pPr algn="l">
              <a:spcAft>
                <a:spcPts val="4"/>
              </a:spcAft>
              <a:defRPr sz="1500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0B2A4A"/>
                </a:solidFill>
                <a:latin typeface="Arial"/>
                <a:ea typeface="Arial"/>
                <a:cs typeface="Arial"/>
              </a:rPr>
              <a:t>Appel n°1 — date / heure : </a:t>
            </a:r>
            <a:r>
              <a:rPr sz="1400">
                <a:solidFill>
                  <a:srgbClr val="172535"/>
                </a:solidFill>
                <a:latin typeface="Arial"/>
                <a:ea typeface="Arial"/>
                <a:cs typeface="Arial"/>
              </a:rPr>
              <a:t>__________________</a:t>
            </a:r>
          </a:p>
          <a:p xmlns:a="http://schemas.openxmlformats.org/drawingml/2006/main">
            <a:pPr algn="l">
              <a:spcAft>
                <a:spcPts val="4"/>
              </a:spcAft>
              <a:defRPr sz="1500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0B2A4A"/>
                </a:solidFill>
                <a:latin typeface="Arial"/>
                <a:ea typeface="Arial"/>
                <a:cs typeface="Arial"/>
              </a:rPr>
              <a:t>Motif : </a:t>
            </a:r>
            <a:r>
              <a:rPr sz="1400">
                <a:solidFill>
                  <a:srgbClr val="172535"/>
                </a:solidFill>
                <a:latin typeface="Arial"/>
                <a:ea typeface="Arial"/>
                <a:cs typeface="Arial"/>
              </a:rPr>
              <a:t>____________________________________________________________</a:t>
            </a:r>
          </a:p>
          <a:p xmlns:a="http://schemas.openxmlformats.org/drawingml/2006/main">
            <a:pPr algn="l">
              <a:spcAft>
                <a:spcPts val="4"/>
              </a:spcAft>
              <a:defRPr sz="1500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0B2A4A"/>
                </a:solidFill>
                <a:latin typeface="Arial"/>
                <a:ea typeface="Arial"/>
                <a:cs typeface="Arial"/>
              </a:rPr>
              <a:t>Points positifs : </a:t>
            </a:r>
            <a:r>
              <a:rPr sz="1400">
                <a:solidFill>
                  <a:srgbClr val="172535"/>
                </a:solidFill>
                <a:latin typeface="Arial"/>
                <a:ea typeface="Arial"/>
                <a:cs typeface="Arial"/>
              </a:rPr>
              <a:t>_____________________________________________________</a:t>
            </a:r>
          </a:p>
          <a:p xmlns:a="http://schemas.openxmlformats.org/drawingml/2006/main">
            <a:pPr algn="l">
              <a:spcAft>
                <a:spcPts val="4"/>
              </a:spcAft>
              <a:defRPr sz="1500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0B2A4A"/>
                </a:solidFill>
                <a:latin typeface="Arial"/>
                <a:ea typeface="Arial"/>
                <a:cs typeface="Arial"/>
              </a:rPr>
              <a:t>Point à améliorer : </a:t>
            </a:r>
            <a:r>
              <a:rPr sz="1400">
                <a:solidFill>
                  <a:srgbClr val="172535"/>
                </a:solidFill>
                <a:latin typeface="Arial"/>
                <a:ea typeface="Arial"/>
                <a:cs typeface="Arial"/>
              </a:rPr>
              <a:t>________________________________________________</a:t>
            </a:r>
          </a:p>
          <a:p xmlns:a="http://schemas.openxmlformats.org/drawingml/2006/main">
            <a:pPr algn="l">
              <a:spcAft>
                <a:spcPts val="4"/>
              </a:spcAft>
              <a:defRPr sz="1500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0B2A4A"/>
                </a:solidFill>
                <a:latin typeface="Arial"/>
                <a:ea typeface="Arial"/>
                <a:cs typeface="Arial"/>
              </a:rPr>
              <a:t>Impact : </a:t>
            </a:r>
            <a:r>
              <a:rPr sz="1400">
                <a:solidFill>
                  <a:srgbClr val="172535"/>
                </a:solidFill>
                <a:latin typeface="Arial"/>
                <a:ea typeface="Arial"/>
                <a:cs typeface="Arial"/>
              </a:rPr>
              <a:t>____________________________________________________________</a:t>
            </a:r>
          </a:p>
          <a:p xmlns:a="http://schemas.openxmlformats.org/drawingml/2006/main">
            <a:pPr algn="l">
              <a:spcAft>
                <a:spcPts val="12"/>
              </a:spcAft>
              <a:defRPr sz="1500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0B2A4A"/>
                </a:solidFill>
                <a:latin typeface="Arial"/>
                <a:ea typeface="Arial"/>
                <a:cs typeface="Arial"/>
              </a:rPr>
              <a:t>Recommandation : </a:t>
            </a:r>
            <a:r>
              <a:rPr sz="1400">
                <a:solidFill>
                  <a:srgbClr val="172535"/>
                </a:solidFill>
                <a:latin typeface="Arial"/>
                <a:ea typeface="Arial"/>
                <a:cs typeface="Arial"/>
              </a:rPr>
              <a:t>_________________________________________________</a:t>
            </a:r>
          </a:p>
          <a:p xmlns:a="http://schemas.openxmlformats.org/drawingml/2006/main">
            <a:pPr algn="l">
              <a:spcAft>
                <a:spcPts val="6"/>
              </a:spcAft>
              <a:defRPr sz="1500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E33B35"/>
                </a:solidFill>
                <a:latin typeface="Arial"/>
                <a:ea typeface="Arial"/>
                <a:cs typeface="Arial"/>
              </a:rPr>
              <a:t>PLAN D’ACTION</a:t>
            </a:r>
          </a:p>
          <a:p xmlns:a="http://schemas.openxmlformats.org/drawingml/2006/main">
            <a:pPr algn="l">
              <a:defRPr sz="1500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0B2A4A"/>
                </a:solidFill>
                <a:latin typeface="Arial"/>
                <a:ea typeface="Arial"/>
                <a:cs typeface="Arial"/>
              </a:rPr>
              <a:t>Objectif attendu, nombre d’appels et date du prochain audit : </a:t>
            </a:r>
            <a:r>
              <a:rPr sz="1400">
                <a:solidFill>
                  <a:srgbClr val="172535"/>
                </a:solidFill>
                <a:latin typeface="Arial"/>
                <a:ea typeface="Arial"/>
                <a:cs typeface="Arial"/>
              </a:rPr>
              <a:t>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20599525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contenu 2">
            <a:extLst xmlns:a="http://schemas.openxmlformats.org/drawingml/2006/main">
              <a:ext uri="{FF2B5EF4-FFF2-40B4-BE49-F238E27FC236}">
                <a16:creationId xmlns:a16="http://schemas.microsoft.com/office/drawing/2014/main" id="{0718D9FE-10A5-4EF2-AE22-AF5BE2F2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"/>
            <a:ext cx="9525000" cy="590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28600" tIns="209550" rIns="228600" bIns="171450" anchor="t">
            <a:noAutofit/>
          </a:bodyPr>
          <a:lstStyle xmlns:a="http://schemas.openxmlformats.org/drawingml/2006/main">
            <a:lvl1pPr marL="0" marR="0" indent="0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sz="2000" b="0" i="0" u="none" cap="none" spc="0" baseline="0">
                <a:ln>
                  <a:noFill/>
                </a:ln>
                <a:solidFill>
                  <a:srgbClr val="013A8D"/>
                </a:solidFill>
                <a:latin typeface="+mj-lt"/>
                <a:ea typeface="+mj-lt"/>
                <a:cs typeface="+mj-lt"/>
              </a:defRPr>
            </a:lvl1pPr>
            <a:lvl2pPr marL="51858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000" b="0" i="0" u="none" cap="none" spc="0" baseline="0">
                <a:ln>
                  <a:noFill/>
                </a:ln>
                <a:solidFill>
                  <a:srgbClr val="003A8D"/>
                </a:solidFill>
                <a:latin typeface="Segoe UI Semilight"/>
                <a:ea typeface="Segoe UI Semilight"/>
                <a:cs typeface="Segoe UI Semilight"/>
              </a:defRPr>
            </a:lvl2pPr>
            <a:lvl3pPr marL="74083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000" b="0" i="0" u="none" cap="none" spc="0" baseline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latin typeface="Segoe UI Semilight"/>
                <a:ea typeface="Segoe UI Semilight"/>
                <a:cs typeface="Segoe UI Semilight"/>
              </a:defRPr>
            </a:lvl3pPr>
            <a:lvl4pPr marL="96308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1600" b="0" i="0" u="none" cap="none" spc="0" baseline="0">
                <a:ln>
                  <a:noFill/>
                </a:ln>
                <a:solidFill>
                  <a:srgbClr val="013A8D"/>
                </a:solidFill>
                <a:latin typeface="Segoe UI Semilight"/>
                <a:ea typeface="Segoe UI Semilight"/>
                <a:cs typeface="Segoe UI Semilight"/>
              </a:defRPr>
            </a:lvl4pPr>
            <a:lvl5pPr marL="118533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1600" b="0" i="0" u="none" cap="none" spc="0" baseline="0">
                <a:ln>
                  <a:noFill/>
                </a:ln>
                <a:solidFill>
                  <a:srgbClr val="013A8D"/>
                </a:solidFill>
                <a:latin typeface="Segoe UI Semilight"/>
                <a:ea typeface="Segoe UI Semilight"/>
                <a:cs typeface="Segoe UI Semilight"/>
              </a:defRPr>
            </a:lvl5pPr>
            <a:lvl6pPr marL="140758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6pPr>
            <a:lvl7pPr marL="162983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7pPr>
            <a:lvl8pPr marL="185208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8pPr>
            <a:lvl9pPr marL="207433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9pPr>
          </a:lstStyle>
          <a:p xmlns:a="http://schemas.openxmlformats.org/drawingml/2006/main">
            <a:pPr algn="l">
              <a:spcAft>
                <a:spcPts val="8"/>
              </a:spcAft>
              <a:defRPr sz="1500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A4A"/>
                </a:solidFill>
                <a:latin typeface="Arial"/>
                <a:ea typeface="Arial"/>
                <a:cs typeface="Arial"/>
              </a:rPr>
              <a:t>Engagements et suivi</a:t>
            </a:r>
          </a:p>
          <a:p xmlns:a="http://schemas.openxmlformats.org/drawingml/2006/main">
            <a:pPr algn="l">
              <a:defRPr sz="1500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535"/>
                </a:solidFill>
                <a:latin typeface="Arial"/>
                <a:ea typeface="Arial"/>
                <a:cs typeface="Arial"/>
              </a:rPr>
              <a:t> </a:t>
            </a:r>
          </a:p>
          <a:p xmlns:a="http://schemas.openxmlformats.org/drawingml/2006/main">
            <a:pPr algn="l">
              <a:defRPr sz="1500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535"/>
                </a:solidFill>
                <a:latin typeface="Arial"/>
                <a:ea typeface="Arial"/>
                <a:cs typeface="Arial"/>
              </a:rPr>
              <a:t> </a:t>
            </a:r>
          </a:p>
          <a:p xmlns:a="http://schemas.openxmlformats.org/drawingml/2006/main">
            <a:pPr algn="l">
              <a:defRPr sz="1500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72535"/>
                </a:solidFill>
                <a:latin typeface="Arial"/>
                <a:ea typeface="Arial"/>
                <a:cs typeface="Arial"/>
              </a:rPr>
              <a:t> </a:t>
            </a:r>
          </a:p>
          <a:p xmlns:a="http://schemas.openxmlformats.org/drawingml/2006/main">
            <a:pPr algn="l">
              <a:spcAft>
                <a:spcPts val="5"/>
              </a:spcAft>
              <a:defRPr sz="1500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E33B35"/>
                </a:solidFill>
                <a:latin typeface="Arial"/>
                <a:ea typeface="Arial"/>
                <a:cs typeface="Arial"/>
              </a:rPr>
              <a:t>ENGAGEMENT DU COLLABORATEUR</a:t>
            </a:r>
          </a:p>
          <a:p xmlns:a="http://schemas.openxmlformats.org/drawingml/2006/main">
            <a:pPr algn="l">
              <a:spcAft>
                <a:spcPts val="4"/>
              </a:spcAft>
              <a:defRPr sz="1500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0B2A4A"/>
                </a:solidFill>
                <a:latin typeface="Arial"/>
                <a:ea typeface="Arial"/>
                <a:cs typeface="Arial"/>
              </a:rPr>
              <a:t>Ce que je vais mettre en pratique à la suite de ce débrief : </a:t>
            </a:r>
            <a:r>
              <a:rPr sz="1400">
                <a:solidFill>
                  <a:srgbClr val="172535"/>
                </a:solidFill>
                <a:latin typeface="Arial"/>
                <a:ea typeface="Arial"/>
                <a:cs typeface="Arial"/>
              </a:rPr>
              <a:t>____________________________</a:t>
            </a:r>
          </a:p>
          <a:p xmlns:a="http://schemas.openxmlformats.org/drawingml/2006/main">
            <a:pPr algn="l">
              <a:spcAft>
                <a:spcPts val="12"/>
              </a:spcAft>
              <a:defRPr sz="1500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0B2A4A"/>
                </a:solidFill>
                <a:latin typeface="Arial"/>
                <a:ea typeface="Arial"/>
                <a:cs typeface="Arial"/>
              </a:rPr>
              <a:t>Difficultés ou besoins d’accompagnement identifiés : </a:t>
            </a:r>
            <a:r>
              <a:rPr sz="1400">
                <a:solidFill>
                  <a:srgbClr val="172535"/>
                </a:solidFill>
                <a:latin typeface="Arial"/>
                <a:ea typeface="Arial"/>
                <a:cs typeface="Arial"/>
              </a:rPr>
              <a:t>________________________</a:t>
            </a:r>
          </a:p>
          <a:p xmlns:a="http://schemas.openxmlformats.org/drawingml/2006/main">
            <a:pPr algn="l">
              <a:spcAft>
                <a:spcPts val="6"/>
              </a:spcAft>
              <a:defRPr sz="1500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E33B35"/>
                </a:solidFill>
                <a:latin typeface="Arial"/>
                <a:ea typeface="Arial"/>
                <a:cs typeface="Arial"/>
              </a:rPr>
              <a:t>ACCOMPAGNEMENT DU MANAGER</a:t>
            </a:r>
          </a:p>
          <a:p xmlns:a="http://schemas.openxmlformats.org/drawingml/2006/main">
            <a:pPr marL="22" indent="-12" algn="l">
              <a:spcAft>
                <a:spcPts val="4"/>
              </a:spcAft>
              <a:buChar char="□"/>
              <a:defRPr sz="1500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72535"/>
                </a:solidFill>
                <a:latin typeface="Arial"/>
                <a:ea typeface="Arial"/>
                <a:cs typeface="Arial"/>
              </a:rPr>
              <a:t>Coaching individuel     □  Mise en situation / simulation d’appel     □  Double écoute</a:t>
            </a:r>
          </a:p>
          <a:p xmlns:a="http://schemas.openxmlformats.org/drawingml/2006/main">
            <a:pPr marL="22" indent="-12" algn="l">
              <a:spcAft>
                <a:spcPts val="12"/>
              </a:spcAft>
              <a:buChar char="□"/>
              <a:defRPr sz="1500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400">
                <a:solidFill>
                  <a:srgbClr val="172535"/>
                </a:solidFill>
                <a:latin typeface="Arial"/>
                <a:ea typeface="Arial"/>
                <a:cs typeface="Arial"/>
              </a:rPr>
              <a:t>Rappel des procédures     □  Formation complémentaire     □  Suivi renforcé</a:t>
            </a:r>
          </a:p>
          <a:p xmlns:a="http://schemas.openxmlformats.org/drawingml/2006/main">
            <a:pPr algn="l">
              <a:spcAft>
                <a:spcPts val="6"/>
              </a:spcAft>
              <a:defRPr sz="1500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E33B35"/>
                </a:solidFill>
                <a:latin typeface="Arial"/>
                <a:ea typeface="Arial"/>
                <a:cs typeface="Arial"/>
              </a:rPr>
              <a:t>PROCHAIN SUIVI</a:t>
            </a:r>
          </a:p>
          <a:p xmlns:a="http://schemas.openxmlformats.org/drawingml/2006/main">
            <a:pPr algn="l">
              <a:defRPr sz="1500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0B2A4A"/>
                </a:solidFill>
                <a:latin typeface="Arial"/>
                <a:ea typeface="Arial"/>
                <a:cs typeface="Arial"/>
              </a:rPr>
              <a:t>Date : </a:t>
            </a:r>
            <a:r>
              <a:rPr sz="1400">
                <a:solidFill>
                  <a:srgbClr val="172535"/>
                </a:solidFill>
                <a:latin typeface="Arial"/>
                <a:ea typeface="Arial"/>
                <a:cs typeface="Arial"/>
              </a:rPr>
              <a:t>____ / ____ / ____     </a:t>
            </a:r>
            <a:r>
              <a:rPr sz="1400" b="1">
                <a:solidFill>
                  <a:srgbClr val="0B2A4A"/>
                </a:solidFill>
                <a:latin typeface="Arial"/>
                <a:ea typeface="Arial"/>
                <a:cs typeface="Arial"/>
              </a:rPr>
              <a:t>Objectif du prochain débrief : </a:t>
            </a:r>
            <a:r>
              <a:rPr sz="1400">
                <a:solidFill>
                  <a:srgbClr val="172535"/>
                </a:solidFill>
                <a:latin typeface="Arial"/>
                <a:ea typeface="Arial"/>
                <a:cs typeface="Arial"/>
              </a:rPr>
              <a:t>________________________</a:t>
            </a:r>
          </a:p>
        </p:txBody>
      </p:sp>
      <p:graphicFrame>
        <p:nvGraphicFramePr>
          <p:cNvPr id="5" name="Tableau 3"/>
          <p:cNvGraphicFramePr/>
          <p:nvPr/>
        </p:nvGraphicFramePr>
        <p:xfrm>
          <a:off xmlns:a="http://schemas.openxmlformats.org/drawingml/2006/main" x="1028700" y="1209675"/>
          <a:ext xmlns:a="http://schemas.openxmlformats.org/drawingml/2006/main" cx="10020300" cy="4953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000250"/>
                <a:gridCol w="3429000"/>
                <a:gridCol w="2571750"/>
                <a:gridCol w="2019300"/>
              </a:tblGrid>
              <a:tr h="495300"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AXE</a:t>
                      </a:r>
                    </a:p>
                  </a:txBody>
                  <a:tcPr marL="76200" marR="76200" marT="57150" marB="57150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Action à mettre en place</a:t>
                      </a:r>
                    </a:p>
                  </a:txBody>
                  <a:tcPr marL="76200" marR="76200" marT="57150" marB="57150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Indicateur</a:t>
                      </a:r>
                    </a:p>
                  </a:txBody>
                  <a:tcPr marL="76200" marR="76200" marT="57150" marB="57150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pPr marL="0" marR="0" indent="0" algn="ctr" defTabSz="2921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125" b="1" i="0" u="none" cap="none" spc="0">
                          <a:ln>
                            <a:noFill/>
                          </a:ln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Échéance</a:t>
                      </a:r>
                    </a:p>
                  </a:txBody>
                  <a:tcPr marL="76200" marR="76200" marT="57150" marB="57150" anchor="ctr">
                    <a:solidFill>
                      <a:srgbClr val="0B2A4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88868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contenu 2">
            <a:extLst xmlns:a="http://schemas.openxmlformats.org/drawingml/2006/main">
              <a:ext uri="{FF2B5EF4-FFF2-40B4-BE49-F238E27FC236}">
                <a16:creationId xmlns:a16="http://schemas.microsoft.com/office/drawing/2014/main" id="{73D4047C-5E57-4C9A-85D9-C80BBB12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00150"/>
            <a:ext cx="10477500" cy="5048250"/>
          </a:xfrm>
          <a:prstGeom xmlns:a="http://schemas.openxmlformats.org/drawingml/2006/main" prst="roundRect">
            <a:avLst>
              <a:gd name="adj" fmla="val 26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E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209550" tIns="171450" rIns="209550" bIns="152400" anchor="t">
            <a:noAutofit/>
          </a:bodyPr>
          <a:lstStyle xmlns:a="http://schemas.openxmlformats.org/drawingml/2006/main">
            <a:lvl1pPr marL="0" marR="0" indent="0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Tx/>
              <a:buNone/>
              <a:defRPr sz="2000" b="0" i="0" u="none" cap="none" spc="0" baseline="0">
                <a:ln>
                  <a:noFill/>
                </a:ln>
                <a:solidFill>
                  <a:srgbClr val="013A8D"/>
                </a:solidFill>
                <a:latin typeface="+mj-lt"/>
                <a:ea typeface="+mj-lt"/>
                <a:cs typeface="+mj-lt"/>
              </a:defRPr>
            </a:lvl1pPr>
            <a:lvl2pPr marL="51858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000" b="0" i="0" u="none" cap="none" spc="0" baseline="0">
                <a:ln>
                  <a:noFill/>
                </a:ln>
                <a:solidFill>
                  <a:srgbClr val="003A8D"/>
                </a:solidFill>
                <a:latin typeface="Segoe UI Semilight"/>
                <a:ea typeface="Segoe UI Semilight"/>
                <a:cs typeface="Segoe UI Semilight"/>
              </a:defRPr>
            </a:lvl2pPr>
            <a:lvl3pPr marL="74083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000" b="0" i="0" u="none" cap="none" spc="0" baseline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latin typeface="Segoe UI Semilight"/>
                <a:ea typeface="Segoe UI Semilight"/>
                <a:cs typeface="Segoe UI Semilight"/>
              </a:defRPr>
            </a:lvl3pPr>
            <a:lvl4pPr marL="96308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1600" b="0" i="0" u="none" cap="none" spc="0" baseline="0">
                <a:ln>
                  <a:noFill/>
                </a:ln>
                <a:solidFill>
                  <a:srgbClr val="013A8D"/>
                </a:solidFill>
                <a:latin typeface="Segoe UI Semilight"/>
                <a:ea typeface="Segoe UI Semilight"/>
                <a:cs typeface="Segoe UI Semilight"/>
              </a:defRPr>
            </a:lvl4pPr>
            <a:lvl5pPr marL="1185333" marR="0" indent="-296333" algn="l" defTabSz="292100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1600" b="0" i="0" u="none" cap="none" spc="0" baseline="0">
                <a:ln>
                  <a:noFill/>
                </a:ln>
                <a:solidFill>
                  <a:srgbClr val="013A8D"/>
                </a:solidFill>
                <a:latin typeface="Segoe UI Semilight"/>
                <a:ea typeface="Segoe UI Semilight"/>
                <a:cs typeface="Segoe UI Semilight"/>
              </a:defRPr>
            </a:lvl5pPr>
            <a:lvl6pPr marL="140758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6pPr>
            <a:lvl7pPr marL="162983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7pPr>
            <a:lvl8pPr marL="185208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8pPr>
            <a:lvl9pPr marL="2074333" marR="0" indent="-296333" algn="l" defTabSz="2921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Pct val="75000"/>
              <a:buFontTx/>
              <a:buChar char="•"/>
              <a:defRPr sz="2400" b="0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9pPr>
          </a:lstStyle>
          <a:p xmlns:a="http://schemas.openxmlformats.org/drawingml/2006/main">
            <a:pPr algn="l">
              <a:spcAft>
                <a:spcPts val="4"/>
              </a:spcAft>
              <a:defRPr sz="1425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E33B35"/>
                </a:solidFill>
                <a:latin typeface="Arial"/>
                <a:ea typeface="Arial"/>
                <a:cs typeface="Arial"/>
              </a:rPr>
              <a:t>IDENTIFICATION</a:t>
            </a:r>
          </a:p>
          <a:p xmlns:a="http://schemas.openxmlformats.org/drawingml/2006/main">
            <a:pPr algn="l">
              <a:spcAft>
                <a:spcPts val="3"/>
              </a:spcAft>
              <a:defRPr sz="1425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0B2A4A"/>
                </a:solidFill>
                <a:latin typeface="Arial"/>
                <a:ea typeface="Arial"/>
                <a:cs typeface="Arial"/>
              </a:rPr>
              <a:t>Manager / évaluateur : </a:t>
            </a:r>
            <a:r>
              <a:rPr sz="1250">
                <a:solidFill>
                  <a:srgbClr val="172535"/>
                </a:solidFill>
                <a:latin typeface="Arial"/>
                <a:ea typeface="Arial"/>
                <a:cs typeface="Arial"/>
              </a:rPr>
              <a:t>__________________     </a:t>
            </a:r>
            <a:r>
              <a:rPr sz="1250" b="1">
                <a:solidFill>
                  <a:srgbClr val="0B2A4A"/>
                </a:solidFill>
                <a:latin typeface="Arial"/>
                <a:ea typeface="Arial"/>
                <a:cs typeface="Arial"/>
              </a:rPr>
              <a:t>Équipe / service : </a:t>
            </a:r>
            <a:r>
              <a:rPr sz="1250">
                <a:solidFill>
                  <a:srgbClr val="172535"/>
                </a:solidFill>
                <a:latin typeface="Arial"/>
                <a:ea typeface="Arial"/>
                <a:cs typeface="Arial"/>
              </a:rPr>
              <a:t>__________________</a:t>
            </a:r>
          </a:p>
          <a:p xmlns:a="http://schemas.openxmlformats.org/drawingml/2006/main">
            <a:pPr algn="l">
              <a:spcAft>
                <a:spcPts val="8"/>
              </a:spcAft>
              <a:defRPr sz="1425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0B2A4A"/>
                </a:solidFill>
                <a:latin typeface="Arial"/>
                <a:ea typeface="Arial"/>
                <a:cs typeface="Arial"/>
              </a:rPr>
              <a:t>Date du débrief : </a:t>
            </a:r>
            <a:r>
              <a:rPr sz="1250">
                <a:solidFill>
                  <a:srgbClr val="172535"/>
                </a:solidFill>
                <a:latin typeface="Arial"/>
                <a:ea typeface="Arial"/>
                <a:cs typeface="Arial"/>
              </a:rPr>
              <a:t>____ / ____ / 2026     </a:t>
            </a:r>
            <a:r>
              <a:rPr sz="1250" b="1">
                <a:solidFill>
                  <a:srgbClr val="0B2A4A"/>
                </a:solidFill>
                <a:latin typeface="Arial"/>
                <a:ea typeface="Arial"/>
                <a:cs typeface="Arial"/>
              </a:rPr>
              <a:t>Appels écoutés : </a:t>
            </a:r>
            <a:r>
              <a:rPr sz="1250">
                <a:solidFill>
                  <a:srgbClr val="172535"/>
                </a:solidFill>
                <a:latin typeface="Arial"/>
                <a:ea typeface="Arial"/>
                <a:cs typeface="Arial"/>
              </a:rPr>
              <a:t>__________________</a:t>
            </a:r>
          </a:p>
          <a:p xmlns:a="http://schemas.openxmlformats.org/drawingml/2006/main">
            <a:pPr algn="l">
              <a:spcAft>
                <a:spcPts val="4"/>
              </a:spcAft>
              <a:defRPr sz="1425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E33B35"/>
                </a:solidFill>
                <a:latin typeface="Arial"/>
                <a:ea typeface="Arial"/>
                <a:cs typeface="Arial"/>
              </a:rPr>
              <a:t>DIAGNOSTIC &amp; CONSTAT</a:t>
            </a:r>
          </a:p>
          <a:p xmlns:a="http://schemas.openxmlformats.org/drawingml/2006/main">
            <a:pPr algn="l">
              <a:spcAft>
                <a:spcPts val="3"/>
              </a:spcAft>
              <a:defRPr sz="1425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0B2A4A"/>
                </a:solidFill>
                <a:latin typeface="Arial"/>
                <a:ea typeface="Arial"/>
                <a:cs typeface="Arial"/>
              </a:rPr>
              <a:t>Points forts : </a:t>
            </a:r>
            <a:r>
              <a:rPr sz="1250">
                <a:solidFill>
                  <a:srgbClr val="172535"/>
                </a:solidFill>
                <a:latin typeface="Arial"/>
                <a:ea typeface="Arial"/>
                <a:cs typeface="Arial"/>
              </a:rPr>
              <a:t>__________________     </a:t>
            </a:r>
            <a:r>
              <a:rPr sz="1250" b="1">
                <a:solidFill>
                  <a:srgbClr val="0B2A4A"/>
                </a:solidFill>
                <a:latin typeface="Arial"/>
                <a:ea typeface="Arial"/>
                <a:cs typeface="Arial"/>
              </a:rPr>
              <a:t>Axe prioritaire : </a:t>
            </a:r>
            <a:r>
              <a:rPr sz="1250">
                <a:solidFill>
                  <a:srgbClr val="172535"/>
                </a:solidFill>
                <a:latin typeface="Arial"/>
                <a:ea typeface="Arial"/>
                <a:cs typeface="Arial"/>
              </a:rPr>
              <a:t>__________________</a:t>
            </a:r>
          </a:p>
          <a:p xmlns:a="http://schemas.openxmlformats.org/drawingml/2006/main">
            <a:pPr algn="l">
              <a:spcAft>
                <a:spcPts val="8"/>
              </a:spcAft>
              <a:defRPr sz="1425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0B2A4A"/>
                </a:solidFill>
                <a:latin typeface="Arial"/>
                <a:ea typeface="Arial"/>
                <a:cs typeface="Arial"/>
              </a:rPr>
              <a:t>Constat factuel sur l’appel écouté : </a:t>
            </a:r>
            <a:r>
              <a:rPr sz="1250">
                <a:solidFill>
                  <a:srgbClr val="172535"/>
                </a:solidFill>
                <a:latin typeface="Arial"/>
                <a:ea typeface="Arial"/>
                <a:cs typeface="Arial"/>
              </a:rPr>
              <a:t>____________________________________________</a:t>
            </a:r>
          </a:p>
          <a:p xmlns:a="http://schemas.openxmlformats.org/drawingml/2006/main">
            <a:pPr algn="l">
              <a:spcAft>
                <a:spcPts val="4"/>
              </a:spcAft>
              <a:defRPr sz="1425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E33B35"/>
                </a:solidFill>
                <a:latin typeface="Arial"/>
                <a:ea typeface="Arial"/>
                <a:cs typeface="Arial"/>
              </a:rPr>
              <a:t>MOYENS D’ACCOMPAGNEMENT &amp; RESSOURCES</a:t>
            </a:r>
          </a:p>
          <a:p xmlns:a="http://schemas.openxmlformats.org/drawingml/2006/main">
            <a:pPr marL="20" indent="-10" algn="l">
              <a:spcAft>
                <a:spcPts val="3"/>
              </a:spcAft>
              <a:buChar char="□"/>
              <a:defRPr sz="1425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250">
                <a:solidFill>
                  <a:srgbClr val="172535"/>
                </a:solidFill>
                <a:latin typeface="Arial"/>
                <a:ea typeface="Arial"/>
                <a:cs typeface="Arial"/>
              </a:rPr>
              <a:t>Formation / micro-learning     □  Double écoute / maintien en binôme     □  Outils</a:t>
            </a:r>
          </a:p>
          <a:p xmlns:a="http://schemas.openxmlformats.org/drawingml/2006/main">
            <a:pPr marL="20" indent="-10" algn="l">
              <a:spcAft>
                <a:spcPts val="8"/>
              </a:spcAft>
              <a:buChar char="□"/>
              <a:defRPr sz="1425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250">
                <a:solidFill>
                  <a:srgbClr val="172535"/>
                </a:solidFill>
                <a:latin typeface="Arial"/>
                <a:ea typeface="Arial"/>
                <a:cs typeface="Arial"/>
              </a:rPr>
              <a:t>Mise en situation / jeu de rôle le ____ / ____ / 2026 avec le manager</a:t>
            </a:r>
          </a:p>
          <a:p xmlns:a="http://schemas.openxmlformats.org/drawingml/2006/main">
            <a:pPr algn="l">
              <a:spcAft>
                <a:spcPts val="4"/>
              </a:spcAft>
              <a:defRPr sz="1425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E33B35"/>
                </a:solidFill>
                <a:latin typeface="Arial"/>
                <a:ea typeface="Arial"/>
                <a:cs typeface="Arial"/>
              </a:rPr>
              <a:t>CALENDRIER DE SUIVI &amp; ÉCHÉANCES</a:t>
            </a:r>
          </a:p>
          <a:p xmlns:a="http://schemas.openxmlformats.org/drawingml/2006/main">
            <a:pPr algn="l">
              <a:spcAft>
                <a:spcPts val="8"/>
              </a:spcAft>
              <a:defRPr sz="1425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0B2A4A"/>
                </a:solidFill>
                <a:latin typeface="Arial"/>
                <a:ea typeface="Arial"/>
                <a:cs typeface="Arial"/>
              </a:rPr>
              <a:t>Point d’étape intermédiaire : </a:t>
            </a:r>
            <a:r>
              <a:rPr sz="1250">
                <a:solidFill>
                  <a:srgbClr val="172535"/>
                </a:solidFill>
                <a:latin typeface="Arial"/>
                <a:ea typeface="Arial"/>
                <a:cs typeface="Arial"/>
              </a:rPr>
              <a:t>____ / ____ / 2026     </a:t>
            </a:r>
            <a:r>
              <a:rPr sz="1250" b="1">
                <a:solidFill>
                  <a:srgbClr val="0B2A4A"/>
                </a:solidFill>
                <a:latin typeface="Arial"/>
                <a:ea typeface="Arial"/>
                <a:cs typeface="Arial"/>
              </a:rPr>
              <a:t>Évaluation finale : </a:t>
            </a:r>
            <a:r>
              <a:rPr sz="1250">
                <a:solidFill>
                  <a:srgbClr val="172535"/>
                </a:solidFill>
                <a:latin typeface="Arial"/>
                <a:ea typeface="Arial"/>
                <a:cs typeface="Arial"/>
              </a:rPr>
              <a:t>____ / ____ / 2026</a:t>
            </a:r>
          </a:p>
          <a:p xmlns:a="http://schemas.openxmlformats.org/drawingml/2006/main">
            <a:pPr algn="l">
              <a:spcAft>
                <a:spcPts val="4"/>
              </a:spcAft>
              <a:defRPr sz="1425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E33B35"/>
                </a:solidFill>
                <a:latin typeface="Arial"/>
                <a:ea typeface="Arial"/>
                <a:cs typeface="Arial"/>
              </a:rPr>
              <a:t>ENGAGEMENT &amp; SIGNATURES</a:t>
            </a:r>
          </a:p>
          <a:p xmlns:a="http://schemas.openxmlformats.org/drawingml/2006/main">
            <a:pPr algn="l">
              <a:spcAft>
                <a:spcPts val="5"/>
              </a:spcAft>
              <a:defRPr sz="1425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100" i="1">
                <a:solidFill>
                  <a:srgbClr val="5B6B7A"/>
                </a:solidFill>
                <a:latin typeface="Arial"/>
                <a:ea typeface="Arial"/>
                <a:cs typeface="Arial"/>
              </a:rPr>
              <a:t>Le collaborateur et le manager s’engagent à mettre en œuvre les moyens et actions définis.</a:t>
            </a:r>
          </a:p>
          <a:p xmlns:a="http://schemas.openxmlformats.org/drawingml/2006/main">
            <a:pPr algn="l">
              <a:defRPr sz="1425">
                <a:solidFill>
                  <a:srgbClr val="172535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0B2A4A"/>
                </a:solidFill>
                <a:latin typeface="Arial"/>
                <a:ea typeface="Arial"/>
                <a:cs typeface="Arial"/>
              </a:rPr>
              <a:t>Signature du collaborateur : </a:t>
            </a:r>
            <a:r>
              <a:rPr sz="1250">
                <a:solidFill>
                  <a:srgbClr val="172535"/>
                </a:solidFill>
                <a:latin typeface="Arial"/>
                <a:ea typeface="Arial"/>
                <a:cs typeface="Arial"/>
              </a:rPr>
              <a:t>__________________     </a:t>
            </a:r>
            <a:r>
              <a:rPr sz="1250" b="1">
                <a:solidFill>
                  <a:srgbClr val="0B2A4A"/>
                </a:solidFill>
                <a:latin typeface="Arial"/>
                <a:ea typeface="Arial"/>
                <a:cs typeface="Arial"/>
              </a:rPr>
              <a:t>Signature du manager : </a:t>
            </a:r>
            <a:r>
              <a:rPr sz="1250">
                <a:solidFill>
                  <a:srgbClr val="172535"/>
                </a:solidFill>
                <a:latin typeface="Arial"/>
                <a:ea typeface="Arial"/>
                <a:cs typeface="Arial"/>
              </a:rPr>
              <a:t>__________________</a:t>
            </a:r>
          </a:p>
        </p:txBody>
      </p:sp>
      <p:sp>
        <p:nvSpPr>
          <p:cNvPr id="3" name="Titre 1">
            <a:extLst xmlns:a="http://schemas.openxmlformats.org/drawingml/2006/main">
              <a:ext uri="{FF2B5EF4-FFF2-40B4-BE49-F238E27FC236}">
                <a16:creationId xmlns:a16="http://schemas.microsoft.com/office/drawing/2014/main" id="{043A1983-1B52-4D07-B187-8A0CEABA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  <a:effectLst xmlns:a="http://schemas.openxmlformats.org/drawingml/2006/main">
            <a:outerShdw blurRad="50800" dist="50800" dir="5400000" algn="ctr" rotWithShape="0">
              <a:schemeClr val="accent2">
                <a:lumMod val="50000"/>
              </a:schemeClr>
            </a:outerShdw>
          </a:effectLst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marR="0" indent="0" algn="l" defTabSz="2921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900" b="1" i="0" u="none" cap="none" spc="0" baseline="0">
                <a:ln>
                  <a:noFill/>
                </a:ln>
                <a:solidFill>
                  <a:srgbClr val="013A8D"/>
                </a:solidFill>
                <a:latin typeface="Segoe UI Light"/>
                <a:ea typeface="Segoe UI Light"/>
                <a:cs typeface="Segoe UI Light"/>
              </a:defRPr>
            </a:lvl1pPr>
            <a:lvl2pPr marL="0" marR="0" indent="114300" algn="l" defTabSz="2921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900" b="1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2pPr>
            <a:lvl3pPr marL="0" marR="0" indent="228600" algn="l" defTabSz="2921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900" b="1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3pPr>
            <a:lvl4pPr marL="0" marR="0" indent="342900" algn="l" defTabSz="2921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900" b="1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4pPr>
            <a:lvl5pPr marL="0" marR="0" indent="457200" algn="l" defTabSz="2921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900" b="1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5pPr>
            <a:lvl6pPr marL="0" marR="0" indent="571500" algn="l" defTabSz="2921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900" b="1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6pPr>
            <a:lvl7pPr marL="0" marR="0" indent="685800" algn="l" defTabSz="2921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900" b="1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7pPr>
            <a:lvl8pPr marL="0" marR="0" indent="800100" algn="l" defTabSz="2921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900" b="1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8pPr>
            <a:lvl9pPr marL="0" marR="0" indent="914400" algn="l" defTabSz="2921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900" b="1" i="0" u="none" cap="none" spc="0" baseline="0">
                <a:ln>
                  <a:noFill/>
                </a:ln>
                <a:solidFill>
                  <a:srgbClr val="013A8D"/>
                </a:solidFill>
                <a:latin typeface="Swis721 BT"/>
                <a:ea typeface="Swis721 BT"/>
                <a:cs typeface="Swis721 BT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B2A4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ln w="0">
                  <a:noFill/>
                  <a:prstDash val="solid"/>
                </a:ln>
                <a:solidFill>
                  <a:srgbClr val="0B2A4A"/>
                </a:solidFill>
                <a:latin typeface="Arial"/>
                <a:ea typeface="Arial"/>
                <a:cs typeface="Arial"/>
              </a:rPr>
              <a:t>Fiche de débrief — accompagnement</a:t>
            </a:r>
          </a:p>
        </p:txBody>
      </p:sp>
    </p:spTree>
    <p:extLst>
      <p:ext uri="{BB962C8B-B14F-4D97-AF65-F5344CB8AC3E}">
        <p14:creationId xmlns:p14="http://schemas.microsoft.com/office/powerpoint/2010/main" val="18013812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8EE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a61d9cf36d46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90750" y="457200"/>
            <a:ext cx="7810500" cy="4933950"/>
          </a:xfrm>
          <a:prstGeom xmlns:a="http://schemas.openxmlformats.org/drawingml/2006/main" prst="roundRect">
            <a:avLst>
              <a:gd name="adj" fmla="val 2317"/>
            </a:avLst>
          </a:prstGeom>
        </p:spPr>
      </p:pic>
      <p:pic>
        <p:nvPicPr>
          <p:cNvPr id="4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03ff49dee44f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8250" y="5657850"/>
            <a:ext cx="2667000" cy="10096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79203"/>
      </p:ext>
    </p:extLst>
  </p:cSld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2026-08-19T14:37:27.0520000Z</dcterms:created>
  <dcterms:modified xsi:type="dcterms:W3CDTF">2026-08-19T14:37:27.0520000Z</dcterms:modified>
</coreProperties>
</file>